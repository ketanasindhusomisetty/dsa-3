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6" d="100"/>
          <a:sy n="76" d="100"/>
        </p:scale>
        <p:origin x="35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730D0E-9EBB-4CEA-9C29-28D2156D4BFD}" type="datetimeFigureOut">
              <a:rPr lang="en-IN" smtClean="0"/>
              <a:t>02-08-2026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EAB6CE-6E45-48A4-8FC4-CB5BF93ACABF}" type="slidenum">
              <a:rPr lang="en-IN" smtClean="0"/>
              <a:t>‹#›</a:t>
            </a:fld>
            <a:endParaRPr lang="en-IN"/>
          </a:p>
        </p:txBody>
      </p:sp>
    </p:spTree>
    <p:extLst>
      <p:ext uri="{BB962C8B-B14F-4D97-AF65-F5344CB8AC3E}">
        <p14:creationId xmlns:p14="http://schemas.microsoft.com/office/powerpoint/2010/main" val="573111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9EAB6CE-6E45-48A4-8FC4-CB5BF93ACABF}" type="slidenum">
              <a:rPr lang="en-IN" smtClean="0"/>
              <a:t>2</a:t>
            </a:fld>
            <a:endParaRPr lang="en-IN"/>
          </a:p>
        </p:txBody>
      </p:sp>
    </p:spTree>
    <p:extLst>
      <p:ext uri="{BB962C8B-B14F-4D97-AF65-F5344CB8AC3E}">
        <p14:creationId xmlns:p14="http://schemas.microsoft.com/office/powerpoint/2010/main" val="11114757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9EAB6CE-6E45-48A4-8FC4-CB5BF93ACABF}" type="slidenum">
              <a:rPr lang="en-IN" smtClean="0"/>
              <a:t>4</a:t>
            </a:fld>
            <a:endParaRPr lang="en-IN"/>
          </a:p>
        </p:txBody>
      </p:sp>
    </p:spTree>
    <p:extLst>
      <p:ext uri="{BB962C8B-B14F-4D97-AF65-F5344CB8AC3E}">
        <p14:creationId xmlns:p14="http://schemas.microsoft.com/office/powerpoint/2010/main" val="12409012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9EAB6CE-6E45-48A4-8FC4-CB5BF93ACABF}" type="slidenum">
              <a:rPr lang="en-IN" smtClean="0"/>
              <a:t>5</a:t>
            </a:fld>
            <a:endParaRPr lang="en-IN"/>
          </a:p>
        </p:txBody>
      </p:sp>
    </p:spTree>
    <p:extLst>
      <p:ext uri="{BB962C8B-B14F-4D97-AF65-F5344CB8AC3E}">
        <p14:creationId xmlns:p14="http://schemas.microsoft.com/office/powerpoint/2010/main" val="1188864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9EAB6CE-6E45-48A4-8FC4-CB5BF93ACABF}" type="slidenum">
              <a:rPr lang="en-IN" smtClean="0"/>
              <a:t>6</a:t>
            </a:fld>
            <a:endParaRPr lang="en-IN"/>
          </a:p>
        </p:txBody>
      </p:sp>
    </p:spTree>
    <p:extLst>
      <p:ext uri="{BB962C8B-B14F-4D97-AF65-F5344CB8AC3E}">
        <p14:creationId xmlns:p14="http://schemas.microsoft.com/office/powerpoint/2010/main" val="25486988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9EAB6CE-6E45-48A4-8FC4-CB5BF93ACABF}" type="slidenum">
              <a:rPr lang="en-IN" smtClean="0"/>
              <a:t>7</a:t>
            </a:fld>
            <a:endParaRPr lang="en-IN"/>
          </a:p>
        </p:txBody>
      </p:sp>
    </p:spTree>
    <p:extLst>
      <p:ext uri="{BB962C8B-B14F-4D97-AF65-F5344CB8AC3E}">
        <p14:creationId xmlns:p14="http://schemas.microsoft.com/office/powerpoint/2010/main" val="2627750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7F7D8-6AD3-B10C-9CFA-A0B4CE1FFB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21905ED-011A-7228-A78D-D2B55A7031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9263BC3-F709-0BBD-F290-7C37A3A1AC82}"/>
              </a:ext>
            </a:extLst>
          </p:cNvPr>
          <p:cNvSpPr>
            <a:spLocks noGrp="1"/>
          </p:cNvSpPr>
          <p:nvPr>
            <p:ph type="dt" sz="half" idx="10"/>
          </p:nvPr>
        </p:nvSpPr>
        <p:spPr/>
        <p:txBody>
          <a:bodyPr/>
          <a:lstStyle/>
          <a:p>
            <a:fld id="{64013D92-C166-4852-AAD4-24A8CA1E930B}" type="datetimeFigureOut">
              <a:rPr lang="en-IN" smtClean="0"/>
              <a:t>02-08-2026</a:t>
            </a:fld>
            <a:endParaRPr lang="en-IN"/>
          </a:p>
        </p:txBody>
      </p:sp>
      <p:sp>
        <p:nvSpPr>
          <p:cNvPr id="5" name="Footer Placeholder 4">
            <a:extLst>
              <a:ext uri="{FF2B5EF4-FFF2-40B4-BE49-F238E27FC236}">
                <a16:creationId xmlns:a16="http://schemas.microsoft.com/office/drawing/2014/main" id="{D097E1E0-F4CF-4D7F-895C-3B7500FDBA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3322E2-7429-0B34-F99B-77C17E2ECCB7}"/>
              </a:ext>
            </a:extLst>
          </p:cNvPr>
          <p:cNvSpPr>
            <a:spLocks noGrp="1"/>
          </p:cNvSpPr>
          <p:nvPr>
            <p:ph type="sldNum" sz="quarter" idx="12"/>
          </p:nvPr>
        </p:nvSpPr>
        <p:spPr/>
        <p:txBody>
          <a:bodyPr/>
          <a:lstStyle/>
          <a:p>
            <a:fld id="{6FB0C246-CB3C-4F9D-9204-7E4D4A841E02}" type="slidenum">
              <a:rPr lang="en-IN" smtClean="0"/>
              <a:t>‹#›</a:t>
            </a:fld>
            <a:endParaRPr lang="en-IN"/>
          </a:p>
        </p:txBody>
      </p:sp>
    </p:spTree>
    <p:extLst>
      <p:ext uri="{BB962C8B-B14F-4D97-AF65-F5344CB8AC3E}">
        <p14:creationId xmlns:p14="http://schemas.microsoft.com/office/powerpoint/2010/main" val="4003822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336FD-7ACC-195D-F369-569A8CA6490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9E910AE-65B1-FA5E-D2C3-AD90B2306D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2C1562-39BE-127B-A1A9-72E5CD4EFCE7}"/>
              </a:ext>
            </a:extLst>
          </p:cNvPr>
          <p:cNvSpPr>
            <a:spLocks noGrp="1"/>
          </p:cNvSpPr>
          <p:nvPr>
            <p:ph type="dt" sz="half" idx="10"/>
          </p:nvPr>
        </p:nvSpPr>
        <p:spPr/>
        <p:txBody>
          <a:bodyPr/>
          <a:lstStyle/>
          <a:p>
            <a:fld id="{64013D92-C166-4852-AAD4-24A8CA1E930B}" type="datetimeFigureOut">
              <a:rPr lang="en-IN" smtClean="0"/>
              <a:t>02-08-2026</a:t>
            </a:fld>
            <a:endParaRPr lang="en-IN"/>
          </a:p>
        </p:txBody>
      </p:sp>
      <p:sp>
        <p:nvSpPr>
          <p:cNvPr id="5" name="Footer Placeholder 4">
            <a:extLst>
              <a:ext uri="{FF2B5EF4-FFF2-40B4-BE49-F238E27FC236}">
                <a16:creationId xmlns:a16="http://schemas.microsoft.com/office/drawing/2014/main" id="{85F4DF15-3084-D818-B85C-6A1CC5215E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CB79FE-4ABD-58AE-4F66-ED56CB6E4930}"/>
              </a:ext>
            </a:extLst>
          </p:cNvPr>
          <p:cNvSpPr>
            <a:spLocks noGrp="1"/>
          </p:cNvSpPr>
          <p:nvPr>
            <p:ph type="sldNum" sz="quarter" idx="12"/>
          </p:nvPr>
        </p:nvSpPr>
        <p:spPr/>
        <p:txBody>
          <a:bodyPr/>
          <a:lstStyle/>
          <a:p>
            <a:fld id="{6FB0C246-CB3C-4F9D-9204-7E4D4A841E02}" type="slidenum">
              <a:rPr lang="en-IN" smtClean="0"/>
              <a:t>‹#›</a:t>
            </a:fld>
            <a:endParaRPr lang="en-IN"/>
          </a:p>
        </p:txBody>
      </p:sp>
    </p:spTree>
    <p:extLst>
      <p:ext uri="{BB962C8B-B14F-4D97-AF65-F5344CB8AC3E}">
        <p14:creationId xmlns:p14="http://schemas.microsoft.com/office/powerpoint/2010/main" val="1413759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66956-93D8-082D-F195-E897C03B56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536CE90-9E03-5ACD-10B1-EA0C1062CA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E0CDBA-1DA4-9A20-BDD0-C5324C950D0E}"/>
              </a:ext>
            </a:extLst>
          </p:cNvPr>
          <p:cNvSpPr>
            <a:spLocks noGrp="1"/>
          </p:cNvSpPr>
          <p:nvPr>
            <p:ph type="dt" sz="half" idx="10"/>
          </p:nvPr>
        </p:nvSpPr>
        <p:spPr/>
        <p:txBody>
          <a:bodyPr/>
          <a:lstStyle/>
          <a:p>
            <a:fld id="{64013D92-C166-4852-AAD4-24A8CA1E930B}" type="datetimeFigureOut">
              <a:rPr lang="en-IN" smtClean="0"/>
              <a:t>02-08-2026</a:t>
            </a:fld>
            <a:endParaRPr lang="en-IN"/>
          </a:p>
        </p:txBody>
      </p:sp>
      <p:sp>
        <p:nvSpPr>
          <p:cNvPr id="5" name="Footer Placeholder 4">
            <a:extLst>
              <a:ext uri="{FF2B5EF4-FFF2-40B4-BE49-F238E27FC236}">
                <a16:creationId xmlns:a16="http://schemas.microsoft.com/office/drawing/2014/main" id="{278FE20A-E7B1-13F8-38BC-1000BBD72A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67D298-2009-1419-7578-1BA13B25F637}"/>
              </a:ext>
            </a:extLst>
          </p:cNvPr>
          <p:cNvSpPr>
            <a:spLocks noGrp="1"/>
          </p:cNvSpPr>
          <p:nvPr>
            <p:ph type="sldNum" sz="quarter" idx="12"/>
          </p:nvPr>
        </p:nvSpPr>
        <p:spPr/>
        <p:txBody>
          <a:bodyPr/>
          <a:lstStyle/>
          <a:p>
            <a:fld id="{6FB0C246-CB3C-4F9D-9204-7E4D4A841E02}" type="slidenum">
              <a:rPr lang="en-IN" smtClean="0"/>
              <a:t>‹#›</a:t>
            </a:fld>
            <a:endParaRPr lang="en-IN"/>
          </a:p>
        </p:txBody>
      </p:sp>
    </p:spTree>
    <p:extLst>
      <p:ext uri="{BB962C8B-B14F-4D97-AF65-F5344CB8AC3E}">
        <p14:creationId xmlns:p14="http://schemas.microsoft.com/office/powerpoint/2010/main" val="3642018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CAFA1-CD87-9635-0409-31816EF565D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F443E9B-BC0B-376F-4EEE-67746AAC67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F95A107-9AAC-EC46-033C-A2FC6A4929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8936EC0-5D9B-6DFA-49F0-A0A90F0A4750}"/>
              </a:ext>
            </a:extLst>
          </p:cNvPr>
          <p:cNvSpPr>
            <a:spLocks noGrp="1"/>
          </p:cNvSpPr>
          <p:nvPr>
            <p:ph type="dt" sz="half" idx="10"/>
          </p:nvPr>
        </p:nvSpPr>
        <p:spPr/>
        <p:txBody>
          <a:bodyPr/>
          <a:lstStyle/>
          <a:p>
            <a:fld id="{64013D92-C166-4852-AAD4-24A8CA1E930B}" type="datetimeFigureOut">
              <a:rPr lang="en-IN" smtClean="0"/>
              <a:t>02-08-2026</a:t>
            </a:fld>
            <a:endParaRPr lang="en-IN"/>
          </a:p>
        </p:txBody>
      </p:sp>
      <p:sp>
        <p:nvSpPr>
          <p:cNvPr id="6" name="Footer Placeholder 5">
            <a:extLst>
              <a:ext uri="{FF2B5EF4-FFF2-40B4-BE49-F238E27FC236}">
                <a16:creationId xmlns:a16="http://schemas.microsoft.com/office/drawing/2014/main" id="{885128E7-5F67-7774-8239-AF0C2F7AD7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4584502-0F46-D69A-98B1-D4697BE8890C}"/>
              </a:ext>
            </a:extLst>
          </p:cNvPr>
          <p:cNvSpPr>
            <a:spLocks noGrp="1"/>
          </p:cNvSpPr>
          <p:nvPr>
            <p:ph type="sldNum" sz="quarter" idx="12"/>
          </p:nvPr>
        </p:nvSpPr>
        <p:spPr/>
        <p:txBody>
          <a:bodyPr/>
          <a:lstStyle/>
          <a:p>
            <a:fld id="{6FB0C246-CB3C-4F9D-9204-7E4D4A841E02}" type="slidenum">
              <a:rPr lang="en-IN" smtClean="0"/>
              <a:t>‹#›</a:t>
            </a:fld>
            <a:endParaRPr lang="en-IN"/>
          </a:p>
        </p:txBody>
      </p:sp>
    </p:spTree>
    <p:extLst>
      <p:ext uri="{BB962C8B-B14F-4D97-AF65-F5344CB8AC3E}">
        <p14:creationId xmlns:p14="http://schemas.microsoft.com/office/powerpoint/2010/main" val="6922529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8595A-3C76-3459-6691-7489F3DB43F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8F16A47-6461-5985-FDC4-94390967D8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27FBB8-0D0A-E006-F2DC-09BF1B731BD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C6595AF-8340-4CEB-2ECF-0AAAE65CC4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FF4D81-E7DE-08BC-2D96-836846EF44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9874DDC-4A02-FAB7-585C-C28B4500E8E9}"/>
              </a:ext>
            </a:extLst>
          </p:cNvPr>
          <p:cNvSpPr>
            <a:spLocks noGrp="1"/>
          </p:cNvSpPr>
          <p:nvPr>
            <p:ph type="dt" sz="half" idx="10"/>
          </p:nvPr>
        </p:nvSpPr>
        <p:spPr/>
        <p:txBody>
          <a:bodyPr/>
          <a:lstStyle/>
          <a:p>
            <a:fld id="{64013D92-C166-4852-AAD4-24A8CA1E930B}" type="datetimeFigureOut">
              <a:rPr lang="en-IN" smtClean="0"/>
              <a:t>02-08-2026</a:t>
            </a:fld>
            <a:endParaRPr lang="en-IN"/>
          </a:p>
        </p:txBody>
      </p:sp>
      <p:sp>
        <p:nvSpPr>
          <p:cNvPr id="8" name="Footer Placeholder 7">
            <a:extLst>
              <a:ext uri="{FF2B5EF4-FFF2-40B4-BE49-F238E27FC236}">
                <a16:creationId xmlns:a16="http://schemas.microsoft.com/office/drawing/2014/main" id="{800922F7-9F45-842E-4EB9-D7A8E2D521B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BAC72BC-7BCA-FA8B-82CC-A939B4BA075A}"/>
              </a:ext>
            </a:extLst>
          </p:cNvPr>
          <p:cNvSpPr>
            <a:spLocks noGrp="1"/>
          </p:cNvSpPr>
          <p:nvPr>
            <p:ph type="sldNum" sz="quarter" idx="12"/>
          </p:nvPr>
        </p:nvSpPr>
        <p:spPr/>
        <p:txBody>
          <a:bodyPr/>
          <a:lstStyle/>
          <a:p>
            <a:fld id="{6FB0C246-CB3C-4F9D-9204-7E4D4A841E02}" type="slidenum">
              <a:rPr lang="en-IN" smtClean="0"/>
              <a:t>‹#›</a:t>
            </a:fld>
            <a:endParaRPr lang="en-IN"/>
          </a:p>
        </p:txBody>
      </p:sp>
    </p:spTree>
    <p:extLst>
      <p:ext uri="{BB962C8B-B14F-4D97-AF65-F5344CB8AC3E}">
        <p14:creationId xmlns:p14="http://schemas.microsoft.com/office/powerpoint/2010/main" val="2204543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BD880-FDB0-FCC5-657C-6AC9CDC37AE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E261802-D362-4E4D-27E1-094428AC39E3}"/>
              </a:ext>
            </a:extLst>
          </p:cNvPr>
          <p:cNvSpPr>
            <a:spLocks noGrp="1"/>
          </p:cNvSpPr>
          <p:nvPr>
            <p:ph type="dt" sz="half" idx="10"/>
          </p:nvPr>
        </p:nvSpPr>
        <p:spPr/>
        <p:txBody>
          <a:bodyPr/>
          <a:lstStyle/>
          <a:p>
            <a:fld id="{64013D92-C166-4852-AAD4-24A8CA1E930B}" type="datetimeFigureOut">
              <a:rPr lang="en-IN" smtClean="0"/>
              <a:t>02-08-2026</a:t>
            </a:fld>
            <a:endParaRPr lang="en-IN"/>
          </a:p>
        </p:txBody>
      </p:sp>
      <p:sp>
        <p:nvSpPr>
          <p:cNvPr id="4" name="Footer Placeholder 3">
            <a:extLst>
              <a:ext uri="{FF2B5EF4-FFF2-40B4-BE49-F238E27FC236}">
                <a16:creationId xmlns:a16="http://schemas.microsoft.com/office/drawing/2014/main" id="{00E4D74B-342D-2EF4-560D-B66B45FF7A2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1B0BF33-2FF3-329E-1913-0841E88FA1EF}"/>
              </a:ext>
            </a:extLst>
          </p:cNvPr>
          <p:cNvSpPr>
            <a:spLocks noGrp="1"/>
          </p:cNvSpPr>
          <p:nvPr>
            <p:ph type="sldNum" sz="quarter" idx="12"/>
          </p:nvPr>
        </p:nvSpPr>
        <p:spPr/>
        <p:txBody>
          <a:bodyPr/>
          <a:lstStyle/>
          <a:p>
            <a:fld id="{6FB0C246-CB3C-4F9D-9204-7E4D4A841E02}" type="slidenum">
              <a:rPr lang="en-IN" smtClean="0"/>
              <a:t>‹#›</a:t>
            </a:fld>
            <a:endParaRPr lang="en-IN"/>
          </a:p>
        </p:txBody>
      </p:sp>
    </p:spTree>
    <p:extLst>
      <p:ext uri="{BB962C8B-B14F-4D97-AF65-F5344CB8AC3E}">
        <p14:creationId xmlns:p14="http://schemas.microsoft.com/office/powerpoint/2010/main" val="1053857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C1FB48-CC9A-94C6-6A6A-0AC554E09191}"/>
              </a:ext>
            </a:extLst>
          </p:cNvPr>
          <p:cNvSpPr>
            <a:spLocks noGrp="1"/>
          </p:cNvSpPr>
          <p:nvPr>
            <p:ph type="dt" sz="half" idx="10"/>
          </p:nvPr>
        </p:nvSpPr>
        <p:spPr/>
        <p:txBody>
          <a:bodyPr/>
          <a:lstStyle/>
          <a:p>
            <a:fld id="{64013D92-C166-4852-AAD4-24A8CA1E930B}" type="datetimeFigureOut">
              <a:rPr lang="en-IN" smtClean="0"/>
              <a:t>02-08-2026</a:t>
            </a:fld>
            <a:endParaRPr lang="en-IN"/>
          </a:p>
        </p:txBody>
      </p:sp>
      <p:sp>
        <p:nvSpPr>
          <p:cNvPr id="3" name="Footer Placeholder 2">
            <a:extLst>
              <a:ext uri="{FF2B5EF4-FFF2-40B4-BE49-F238E27FC236}">
                <a16:creationId xmlns:a16="http://schemas.microsoft.com/office/drawing/2014/main" id="{AF379E26-73B1-BB21-ABD9-6CD345EF2E2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6A56145-9713-D208-35D4-A2E17DCFED48}"/>
              </a:ext>
            </a:extLst>
          </p:cNvPr>
          <p:cNvSpPr>
            <a:spLocks noGrp="1"/>
          </p:cNvSpPr>
          <p:nvPr>
            <p:ph type="sldNum" sz="quarter" idx="12"/>
          </p:nvPr>
        </p:nvSpPr>
        <p:spPr/>
        <p:txBody>
          <a:bodyPr/>
          <a:lstStyle/>
          <a:p>
            <a:fld id="{6FB0C246-CB3C-4F9D-9204-7E4D4A841E02}" type="slidenum">
              <a:rPr lang="en-IN" smtClean="0"/>
              <a:t>‹#›</a:t>
            </a:fld>
            <a:endParaRPr lang="en-IN"/>
          </a:p>
        </p:txBody>
      </p:sp>
    </p:spTree>
    <p:extLst>
      <p:ext uri="{BB962C8B-B14F-4D97-AF65-F5344CB8AC3E}">
        <p14:creationId xmlns:p14="http://schemas.microsoft.com/office/powerpoint/2010/main" val="1541593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FB24E-DAFC-428F-C883-24137E68A7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270FE54-A158-C55D-8719-58B6D474D3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D549655-C2D8-62F8-98E4-938358D5D2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1A7DAE-EB48-F2F3-8CB6-326AC4A921BF}"/>
              </a:ext>
            </a:extLst>
          </p:cNvPr>
          <p:cNvSpPr>
            <a:spLocks noGrp="1"/>
          </p:cNvSpPr>
          <p:nvPr>
            <p:ph type="dt" sz="half" idx="10"/>
          </p:nvPr>
        </p:nvSpPr>
        <p:spPr/>
        <p:txBody>
          <a:bodyPr/>
          <a:lstStyle/>
          <a:p>
            <a:fld id="{64013D92-C166-4852-AAD4-24A8CA1E930B}" type="datetimeFigureOut">
              <a:rPr lang="en-IN" smtClean="0"/>
              <a:t>02-08-2026</a:t>
            </a:fld>
            <a:endParaRPr lang="en-IN"/>
          </a:p>
        </p:txBody>
      </p:sp>
      <p:sp>
        <p:nvSpPr>
          <p:cNvPr id="6" name="Footer Placeholder 5">
            <a:extLst>
              <a:ext uri="{FF2B5EF4-FFF2-40B4-BE49-F238E27FC236}">
                <a16:creationId xmlns:a16="http://schemas.microsoft.com/office/drawing/2014/main" id="{F0CACE46-2BAD-67C0-C958-3AFC34FCF3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DCEDFB-313F-CE6E-2BDC-C19850C6956D}"/>
              </a:ext>
            </a:extLst>
          </p:cNvPr>
          <p:cNvSpPr>
            <a:spLocks noGrp="1"/>
          </p:cNvSpPr>
          <p:nvPr>
            <p:ph type="sldNum" sz="quarter" idx="12"/>
          </p:nvPr>
        </p:nvSpPr>
        <p:spPr/>
        <p:txBody>
          <a:bodyPr/>
          <a:lstStyle/>
          <a:p>
            <a:fld id="{6FB0C246-CB3C-4F9D-9204-7E4D4A841E02}" type="slidenum">
              <a:rPr lang="en-IN" smtClean="0"/>
              <a:t>‹#›</a:t>
            </a:fld>
            <a:endParaRPr lang="en-IN"/>
          </a:p>
        </p:txBody>
      </p:sp>
    </p:spTree>
    <p:extLst>
      <p:ext uri="{BB962C8B-B14F-4D97-AF65-F5344CB8AC3E}">
        <p14:creationId xmlns:p14="http://schemas.microsoft.com/office/powerpoint/2010/main" val="590672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D6610-A5B1-0FE5-F69D-2B2864BC99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F378060-7CAE-C648-020B-F51FD297C2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E0CFC77-A8C7-DA83-1F07-BE3F3FC3C3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71B39D-49A4-00CF-09FA-5A003525D970}"/>
              </a:ext>
            </a:extLst>
          </p:cNvPr>
          <p:cNvSpPr>
            <a:spLocks noGrp="1"/>
          </p:cNvSpPr>
          <p:nvPr>
            <p:ph type="dt" sz="half" idx="10"/>
          </p:nvPr>
        </p:nvSpPr>
        <p:spPr/>
        <p:txBody>
          <a:bodyPr/>
          <a:lstStyle/>
          <a:p>
            <a:fld id="{64013D92-C166-4852-AAD4-24A8CA1E930B}" type="datetimeFigureOut">
              <a:rPr lang="en-IN" smtClean="0"/>
              <a:t>02-08-2026</a:t>
            </a:fld>
            <a:endParaRPr lang="en-IN"/>
          </a:p>
        </p:txBody>
      </p:sp>
      <p:sp>
        <p:nvSpPr>
          <p:cNvPr id="6" name="Footer Placeholder 5">
            <a:extLst>
              <a:ext uri="{FF2B5EF4-FFF2-40B4-BE49-F238E27FC236}">
                <a16:creationId xmlns:a16="http://schemas.microsoft.com/office/drawing/2014/main" id="{8DEFD8F8-C9A6-5F3E-473F-9ADBF4E43D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C43830-DC35-3F9B-B60C-9EF55EDA9ABB}"/>
              </a:ext>
            </a:extLst>
          </p:cNvPr>
          <p:cNvSpPr>
            <a:spLocks noGrp="1"/>
          </p:cNvSpPr>
          <p:nvPr>
            <p:ph type="sldNum" sz="quarter" idx="12"/>
          </p:nvPr>
        </p:nvSpPr>
        <p:spPr/>
        <p:txBody>
          <a:bodyPr/>
          <a:lstStyle/>
          <a:p>
            <a:fld id="{6FB0C246-CB3C-4F9D-9204-7E4D4A841E02}" type="slidenum">
              <a:rPr lang="en-IN" smtClean="0"/>
              <a:t>‹#›</a:t>
            </a:fld>
            <a:endParaRPr lang="en-IN"/>
          </a:p>
        </p:txBody>
      </p:sp>
    </p:spTree>
    <p:extLst>
      <p:ext uri="{BB962C8B-B14F-4D97-AF65-F5344CB8AC3E}">
        <p14:creationId xmlns:p14="http://schemas.microsoft.com/office/powerpoint/2010/main" val="852017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95033-EA01-7E7E-FFAF-497FDAC0598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2B8C927-BA6D-3D03-9245-A2207D8C1E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72E8AA-911A-7D63-1E5F-60B9290376C5}"/>
              </a:ext>
            </a:extLst>
          </p:cNvPr>
          <p:cNvSpPr>
            <a:spLocks noGrp="1"/>
          </p:cNvSpPr>
          <p:nvPr>
            <p:ph type="dt" sz="half" idx="10"/>
          </p:nvPr>
        </p:nvSpPr>
        <p:spPr/>
        <p:txBody>
          <a:bodyPr/>
          <a:lstStyle/>
          <a:p>
            <a:fld id="{64013D92-C166-4852-AAD4-24A8CA1E930B}" type="datetimeFigureOut">
              <a:rPr lang="en-IN" smtClean="0"/>
              <a:t>02-08-2026</a:t>
            </a:fld>
            <a:endParaRPr lang="en-IN"/>
          </a:p>
        </p:txBody>
      </p:sp>
      <p:sp>
        <p:nvSpPr>
          <p:cNvPr id="5" name="Footer Placeholder 4">
            <a:extLst>
              <a:ext uri="{FF2B5EF4-FFF2-40B4-BE49-F238E27FC236}">
                <a16:creationId xmlns:a16="http://schemas.microsoft.com/office/drawing/2014/main" id="{6A43EDB9-A013-CF5E-61BF-FD661D16DF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6ADCC3-39D5-C178-359F-78A2B540AA6B}"/>
              </a:ext>
            </a:extLst>
          </p:cNvPr>
          <p:cNvSpPr>
            <a:spLocks noGrp="1"/>
          </p:cNvSpPr>
          <p:nvPr>
            <p:ph type="sldNum" sz="quarter" idx="12"/>
          </p:nvPr>
        </p:nvSpPr>
        <p:spPr/>
        <p:txBody>
          <a:bodyPr/>
          <a:lstStyle/>
          <a:p>
            <a:fld id="{6FB0C246-CB3C-4F9D-9204-7E4D4A841E02}" type="slidenum">
              <a:rPr lang="en-IN" smtClean="0"/>
              <a:t>‹#›</a:t>
            </a:fld>
            <a:endParaRPr lang="en-IN"/>
          </a:p>
        </p:txBody>
      </p:sp>
    </p:spTree>
    <p:extLst>
      <p:ext uri="{BB962C8B-B14F-4D97-AF65-F5344CB8AC3E}">
        <p14:creationId xmlns:p14="http://schemas.microsoft.com/office/powerpoint/2010/main" val="35769702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9AB3FC-3C04-1338-877D-9097AAA0CB9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AF09E96-6746-675B-ED1C-B1E7FB3A65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837524-0477-C860-165D-FF83DEA7BDE9}"/>
              </a:ext>
            </a:extLst>
          </p:cNvPr>
          <p:cNvSpPr>
            <a:spLocks noGrp="1"/>
          </p:cNvSpPr>
          <p:nvPr>
            <p:ph type="dt" sz="half" idx="10"/>
          </p:nvPr>
        </p:nvSpPr>
        <p:spPr/>
        <p:txBody>
          <a:bodyPr/>
          <a:lstStyle/>
          <a:p>
            <a:fld id="{64013D92-C166-4852-AAD4-24A8CA1E930B}" type="datetimeFigureOut">
              <a:rPr lang="en-IN" smtClean="0"/>
              <a:t>02-08-2026</a:t>
            </a:fld>
            <a:endParaRPr lang="en-IN"/>
          </a:p>
        </p:txBody>
      </p:sp>
      <p:sp>
        <p:nvSpPr>
          <p:cNvPr id="5" name="Footer Placeholder 4">
            <a:extLst>
              <a:ext uri="{FF2B5EF4-FFF2-40B4-BE49-F238E27FC236}">
                <a16:creationId xmlns:a16="http://schemas.microsoft.com/office/drawing/2014/main" id="{B1127A02-2210-96CA-AD4F-7BC8EB2783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94760F-C9FA-FBB1-6FE5-3D8C93FB8A33}"/>
              </a:ext>
            </a:extLst>
          </p:cNvPr>
          <p:cNvSpPr>
            <a:spLocks noGrp="1"/>
          </p:cNvSpPr>
          <p:nvPr>
            <p:ph type="sldNum" sz="quarter" idx="12"/>
          </p:nvPr>
        </p:nvSpPr>
        <p:spPr/>
        <p:txBody>
          <a:bodyPr/>
          <a:lstStyle/>
          <a:p>
            <a:fld id="{6FB0C246-CB3C-4F9D-9204-7E4D4A841E02}" type="slidenum">
              <a:rPr lang="en-IN" smtClean="0"/>
              <a:t>‹#›</a:t>
            </a:fld>
            <a:endParaRPr lang="en-IN"/>
          </a:p>
        </p:txBody>
      </p:sp>
    </p:spTree>
    <p:extLst>
      <p:ext uri="{BB962C8B-B14F-4D97-AF65-F5344CB8AC3E}">
        <p14:creationId xmlns:p14="http://schemas.microsoft.com/office/powerpoint/2010/main" val="16281160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603EFA-CCB8-FF20-8376-27E43658D5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20747CD-3572-164E-C676-6594CD6B6D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602CAE-0F28-EEE0-BE1F-AD68C351B9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013D92-C166-4852-AAD4-24A8CA1E930B}" type="datetimeFigureOut">
              <a:rPr lang="en-IN" smtClean="0"/>
              <a:t>02-08-2026</a:t>
            </a:fld>
            <a:endParaRPr lang="en-IN"/>
          </a:p>
        </p:txBody>
      </p:sp>
      <p:sp>
        <p:nvSpPr>
          <p:cNvPr id="5" name="Footer Placeholder 4">
            <a:extLst>
              <a:ext uri="{FF2B5EF4-FFF2-40B4-BE49-F238E27FC236}">
                <a16:creationId xmlns:a16="http://schemas.microsoft.com/office/drawing/2014/main" id="{D265A601-3835-E4D9-B2CE-F9D0BD7A5B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D000192-14BA-FC83-E418-6031BF7669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B0C246-CB3C-4F9D-9204-7E4D4A841E02}" type="slidenum">
              <a:rPr lang="en-IN" smtClean="0"/>
              <a:t>‹#›</a:t>
            </a:fld>
            <a:endParaRPr lang="en-IN"/>
          </a:p>
        </p:txBody>
      </p:sp>
    </p:spTree>
    <p:extLst>
      <p:ext uri="{BB962C8B-B14F-4D97-AF65-F5344CB8AC3E}">
        <p14:creationId xmlns:p14="http://schemas.microsoft.com/office/powerpoint/2010/main" val="34585747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F2393AD3-8DEE-DC38-CEDF-D4A39FDB4EC9}"/>
              </a:ext>
            </a:extLst>
          </p:cNvPr>
          <p:cNvGrpSpPr/>
          <p:nvPr/>
        </p:nvGrpSpPr>
        <p:grpSpPr>
          <a:xfrm>
            <a:off x="-641758" y="0"/>
            <a:ext cx="11995354" cy="6858000"/>
            <a:chOff x="881107" y="688258"/>
            <a:chExt cx="10112478" cy="5525729"/>
          </a:xfrm>
        </p:grpSpPr>
        <p:sp>
          <p:nvSpPr>
            <p:cNvPr id="13" name="Rectangle 12">
              <a:extLst>
                <a:ext uri="{FF2B5EF4-FFF2-40B4-BE49-F238E27FC236}">
                  <a16:creationId xmlns:a16="http://schemas.microsoft.com/office/drawing/2014/main" id="{B28C2CD3-6643-BC95-2D56-BA80AB9552C5}"/>
                </a:ext>
              </a:extLst>
            </p:cNvPr>
            <p:cNvSpPr/>
            <p:nvPr/>
          </p:nvSpPr>
          <p:spPr>
            <a:xfrm>
              <a:off x="1977404" y="688258"/>
              <a:ext cx="9016181" cy="55257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Oval 13">
              <a:extLst>
                <a:ext uri="{FF2B5EF4-FFF2-40B4-BE49-F238E27FC236}">
                  <a16:creationId xmlns:a16="http://schemas.microsoft.com/office/drawing/2014/main" id="{148BB649-124C-E37B-8672-86592DEF7340}"/>
                </a:ext>
              </a:extLst>
            </p:cNvPr>
            <p:cNvSpPr/>
            <p:nvPr/>
          </p:nvSpPr>
          <p:spPr>
            <a:xfrm>
              <a:off x="881107" y="688258"/>
              <a:ext cx="2192594" cy="552572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6" name="Group 15">
            <a:extLst>
              <a:ext uri="{FF2B5EF4-FFF2-40B4-BE49-F238E27FC236}">
                <a16:creationId xmlns:a16="http://schemas.microsoft.com/office/drawing/2014/main" id="{B1250159-0AAC-43CC-A9E0-B61E04DCD877}"/>
              </a:ext>
            </a:extLst>
          </p:cNvPr>
          <p:cNvGrpSpPr/>
          <p:nvPr/>
        </p:nvGrpSpPr>
        <p:grpSpPr>
          <a:xfrm>
            <a:off x="10101459" y="0"/>
            <a:ext cx="11995354" cy="6858000"/>
            <a:chOff x="1587909" y="688258"/>
            <a:chExt cx="10112478" cy="5525729"/>
          </a:xfrm>
          <a:solidFill>
            <a:schemeClr val="accent2">
              <a:lumMod val="60000"/>
              <a:lumOff val="40000"/>
            </a:schemeClr>
          </a:solidFill>
        </p:grpSpPr>
        <p:sp>
          <p:nvSpPr>
            <p:cNvPr id="17" name="Rectangle 16">
              <a:extLst>
                <a:ext uri="{FF2B5EF4-FFF2-40B4-BE49-F238E27FC236}">
                  <a16:creationId xmlns:a16="http://schemas.microsoft.com/office/drawing/2014/main" id="{47DB6708-FD93-9B6E-34E5-CE51A1517F70}"/>
                </a:ext>
              </a:extLst>
            </p:cNvPr>
            <p:cNvSpPr/>
            <p:nvPr/>
          </p:nvSpPr>
          <p:spPr>
            <a:xfrm>
              <a:off x="2684206" y="688258"/>
              <a:ext cx="9016181" cy="5525729"/>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BA785208-0F14-F7BC-1D2C-86C8FEBB8B66}"/>
                </a:ext>
              </a:extLst>
            </p:cNvPr>
            <p:cNvSpPr/>
            <p:nvPr/>
          </p:nvSpPr>
          <p:spPr>
            <a:xfrm>
              <a:off x="1587909" y="688258"/>
              <a:ext cx="2192594" cy="552572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9" name="Group 18">
            <a:extLst>
              <a:ext uri="{FF2B5EF4-FFF2-40B4-BE49-F238E27FC236}">
                <a16:creationId xmlns:a16="http://schemas.microsoft.com/office/drawing/2014/main" id="{1D2366F9-8CB8-CD96-FB63-0311AAB2AADA}"/>
              </a:ext>
            </a:extLst>
          </p:cNvPr>
          <p:cNvGrpSpPr/>
          <p:nvPr/>
        </p:nvGrpSpPr>
        <p:grpSpPr>
          <a:xfrm>
            <a:off x="10306964" y="0"/>
            <a:ext cx="11995354" cy="6858000"/>
            <a:chOff x="1587909" y="688258"/>
            <a:chExt cx="10112478" cy="5525729"/>
          </a:xfrm>
        </p:grpSpPr>
        <p:sp>
          <p:nvSpPr>
            <p:cNvPr id="20" name="Rectangle 19">
              <a:extLst>
                <a:ext uri="{FF2B5EF4-FFF2-40B4-BE49-F238E27FC236}">
                  <a16:creationId xmlns:a16="http://schemas.microsoft.com/office/drawing/2014/main" id="{41E6B230-51D9-604E-E011-954ECCFD4793}"/>
                </a:ext>
              </a:extLst>
            </p:cNvPr>
            <p:cNvSpPr/>
            <p:nvPr/>
          </p:nvSpPr>
          <p:spPr>
            <a:xfrm>
              <a:off x="2684206" y="688258"/>
              <a:ext cx="9016181" cy="552572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AD0842CE-3819-31F6-B246-7EF357100769}"/>
                </a:ext>
              </a:extLst>
            </p:cNvPr>
            <p:cNvSpPr/>
            <p:nvPr/>
          </p:nvSpPr>
          <p:spPr>
            <a:xfrm>
              <a:off x="1587909" y="688258"/>
              <a:ext cx="2192594" cy="5525729"/>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2" name="Group 21">
            <a:extLst>
              <a:ext uri="{FF2B5EF4-FFF2-40B4-BE49-F238E27FC236}">
                <a16:creationId xmlns:a16="http://schemas.microsoft.com/office/drawing/2014/main" id="{53023BC9-C42C-28C8-61B9-D31131E839D9}"/>
              </a:ext>
            </a:extLst>
          </p:cNvPr>
          <p:cNvGrpSpPr/>
          <p:nvPr/>
        </p:nvGrpSpPr>
        <p:grpSpPr>
          <a:xfrm>
            <a:off x="10497881" y="0"/>
            <a:ext cx="11995354" cy="6858000"/>
            <a:chOff x="1587909" y="688258"/>
            <a:chExt cx="10112478" cy="5525729"/>
          </a:xfrm>
        </p:grpSpPr>
        <p:sp>
          <p:nvSpPr>
            <p:cNvPr id="23" name="Rectangle 22">
              <a:extLst>
                <a:ext uri="{FF2B5EF4-FFF2-40B4-BE49-F238E27FC236}">
                  <a16:creationId xmlns:a16="http://schemas.microsoft.com/office/drawing/2014/main" id="{9441B9AD-F310-F025-1D2A-E86BF358C1CA}"/>
                </a:ext>
              </a:extLst>
            </p:cNvPr>
            <p:cNvSpPr/>
            <p:nvPr/>
          </p:nvSpPr>
          <p:spPr>
            <a:xfrm>
              <a:off x="2684206" y="688258"/>
              <a:ext cx="9016181" cy="552572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9FE183BC-5B65-883D-EA6C-3BB5FD1AFB4E}"/>
                </a:ext>
              </a:extLst>
            </p:cNvPr>
            <p:cNvSpPr/>
            <p:nvPr/>
          </p:nvSpPr>
          <p:spPr>
            <a:xfrm>
              <a:off x="1587909" y="688258"/>
              <a:ext cx="2192594" cy="5525729"/>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5" name="Group 24">
            <a:extLst>
              <a:ext uri="{FF2B5EF4-FFF2-40B4-BE49-F238E27FC236}">
                <a16:creationId xmlns:a16="http://schemas.microsoft.com/office/drawing/2014/main" id="{A42DB591-E21F-7EFA-D2F6-F46AD0853953}"/>
              </a:ext>
            </a:extLst>
          </p:cNvPr>
          <p:cNvGrpSpPr/>
          <p:nvPr/>
        </p:nvGrpSpPr>
        <p:grpSpPr>
          <a:xfrm>
            <a:off x="10688797" y="0"/>
            <a:ext cx="12176713" cy="6858000"/>
            <a:chOff x="1435017" y="688258"/>
            <a:chExt cx="10265370" cy="5525729"/>
          </a:xfrm>
        </p:grpSpPr>
        <p:sp>
          <p:nvSpPr>
            <p:cNvPr id="26" name="Rectangle 25">
              <a:extLst>
                <a:ext uri="{FF2B5EF4-FFF2-40B4-BE49-F238E27FC236}">
                  <a16:creationId xmlns:a16="http://schemas.microsoft.com/office/drawing/2014/main" id="{A05A0ED1-9C96-4D21-6DBA-3537DEE96006}"/>
                </a:ext>
              </a:extLst>
            </p:cNvPr>
            <p:cNvSpPr/>
            <p:nvPr/>
          </p:nvSpPr>
          <p:spPr>
            <a:xfrm>
              <a:off x="2684206" y="688258"/>
              <a:ext cx="9016181" cy="5525729"/>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3B4456C1-D1A3-A541-CF53-49E8D0879781}"/>
                </a:ext>
              </a:extLst>
            </p:cNvPr>
            <p:cNvSpPr/>
            <p:nvPr/>
          </p:nvSpPr>
          <p:spPr>
            <a:xfrm>
              <a:off x="1435017" y="688258"/>
              <a:ext cx="2192594" cy="5525729"/>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28" name="Group 27">
            <a:extLst>
              <a:ext uri="{FF2B5EF4-FFF2-40B4-BE49-F238E27FC236}">
                <a16:creationId xmlns:a16="http://schemas.microsoft.com/office/drawing/2014/main" id="{3B6F89F7-9988-90E2-F84C-0E4612C09D40}"/>
              </a:ext>
            </a:extLst>
          </p:cNvPr>
          <p:cNvGrpSpPr/>
          <p:nvPr/>
        </p:nvGrpSpPr>
        <p:grpSpPr>
          <a:xfrm>
            <a:off x="10870156" y="0"/>
            <a:ext cx="11995354" cy="6858000"/>
            <a:chOff x="1587909" y="688258"/>
            <a:chExt cx="10112478" cy="5525729"/>
          </a:xfrm>
        </p:grpSpPr>
        <p:sp>
          <p:nvSpPr>
            <p:cNvPr id="29" name="Rectangle 28">
              <a:extLst>
                <a:ext uri="{FF2B5EF4-FFF2-40B4-BE49-F238E27FC236}">
                  <a16:creationId xmlns:a16="http://schemas.microsoft.com/office/drawing/2014/main" id="{EF747BD1-54A6-2FFB-3672-5B20263FA6B4}"/>
                </a:ext>
              </a:extLst>
            </p:cNvPr>
            <p:cNvSpPr/>
            <p:nvPr/>
          </p:nvSpPr>
          <p:spPr>
            <a:xfrm>
              <a:off x="2684206" y="688258"/>
              <a:ext cx="9016181" cy="552572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4040E865-D570-39CD-391E-CC014226E400}"/>
                </a:ext>
              </a:extLst>
            </p:cNvPr>
            <p:cNvSpPr/>
            <p:nvPr/>
          </p:nvSpPr>
          <p:spPr>
            <a:xfrm>
              <a:off x="1587909" y="688258"/>
              <a:ext cx="2192594" cy="5525729"/>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31" name="Group 30">
            <a:extLst>
              <a:ext uri="{FF2B5EF4-FFF2-40B4-BE49-F238E27FC236}">
                <a16:creationId xmlns:a16="http://schemas.microsoft.com/office/drawing/2014/main" id="{B14A68B5-19E7-2326-E5E9-627688FE2A92}"/>
              </a:ext>
            </a:extLst>
          </p:cNvPr>
          <p:cNvGrpSpPr/>
          <p:nvPr/>
        </p:nvGrpSpPr>
        <p:grpSpPr>
          <a:xfrm>
            <a:off x="11148091" y="0"/>
            <a:ext cx="11995354" cy="6858000"/>
            <a:chOff x="1587909" y="688258"/>
            <a:chExt cx="10112478" cy="5525729"/>
          </a:xfrm>
          <a:solidFill>
            <a:srgbClr val="002060"/>
          </a:solidFill>
        </p:grpSpPr>
        <p:sp>
          <p:nvSpPr>
            <p:cNvPr id="32" name="Rectangle 31">
              <a:extLst>
                <a:ext uri="{FF2B5EF4-FFF2-40B4-BE49-F238E27FC236}">
                  <a16:creationId xmlns:a16="http://schemas.microsoft.com/office/drawing/2014/main" id="{08976F4C-2847-A6DC-F8B1-8C3142C21377}"/>
                </a:ext>
              </a:extLst>
            </p:cNvPr>
            <p:cNvSpPr/>
            <p:nvPr/>
          </p:nvSpPr>
          <p:spPr>
            <a:xfrm>
              <a:off x="2684206" y="688258"/>
              <a:ext cx="9016181" cy="5525729"/>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263DEFAA-AB98-C94F-8470-CAE70EFEE4F0}"/>
                </a:ext>
              </a:extLst>
            </p:cNvPr>
            <p:cNvSpPr/>
            <p:nvPr/>
          </p:nvSpPr>
          <p:spPr>
            <a:xfrm>
              <a:off x="1587909" y="688258"/>
              <a:ext cx="2192594" cy="552572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8403295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DAE37-D453-B3F4-90A5-0E2D0CB5FDDB}"/>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2141E4E6-E1BC-BDD4-9EF3-126E6A58B937}"/>
              </a:ext>
            </a:extLst>
          </p:cNvPr>
          <p:cNvGrpSpPr/>
          <p:nvPr/>
        </p:nvGrpSpPr>
        <p:grpSpPr>
          <a:xfrm>
            <a:off x="-641758" y="0"/>
            <a:ext cx="11995354" cy="6858000"/>
            <a:chOff x="881107" y="688258"/>
            <a:chExt cx="10112478" cy="5525729"/>
          </a:xfrm>
        </p:grpSpPr>
        <p:sp>
          <p:nvSpPr>
            <p:cNvPr id="13" name="Rectangle 12">
              <a:extLst>
                <a:ext uri="{FF2B5EF4-FFF2-40B4-BE49-F238E27FC236}">
                  <a16:creationId xmlns:a16="http://schemas.microsoft.com/office/drawing/2014/main" id="{0D033969-0175-9ACF-77A9-E2DD4B80382C}"/>
                </a:ext>
              </a:extLst>
            </p:cNvPr>
            <p:cNvSpPr/>
            <p:nvPr/>
          </p:nvSpPr>
          <p:spPr>
            <a:xfrm>
              <a:off x="1977404" y="688258"/>
              <a:ext cx="9016181" cy="55257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Oval 13">
              <a:extLst>
                <a:ext uri="{FF2B5EF4-FFF2-40B4-BE49-F238E27FC236}">
                  <a16:creationId xmlns:a16="http://schemas.microsoft.com/office/drawing/2014/main" id="{0A7CCFB5-9AF3-8A9D-9E44-E79876ACE618}"/>
                </a:ext>
              </a:extLst>
            </p:cNvPr>
            <p:cNvSpPr/>
            <p:nvPr/>
          </p:nvSpPr>
          <p:spPr>
            <a:xfrm>
              <a:off x="881107" y="688258"/>
              <a:ext cx="2192594" cy="552572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6" name="Group 15">
            <a:extLst>
              <a:ext uri="{FF2B5EF4-FFF2-40B4-BE49-F238E27FC236}">
                <a16:creationId xmlns:a16="http://schemas.microsoft.com/office/drawing/2014/main" id="{BE19139E-8731-74C9-1A52-B82156A955C1}"/>
              </a:ext>
            </a:extLst>
          </p:cNvPr>
          <p:cNvGrpSpPr/>
          <p:nvPr/>
        </p:nvGrpSpPr>
        <p:grpSpPr>
          <a:xfrm>
            <a:off x="-426700" y="0"/>
            <a:ext cx="11995354" cy="6858000"/>
            <a:chOff x="1587909" y="688258"/>
            <a:chExt cx="10112478" cy="5525729"/>
          </a:xfrm>
          <a:solidFill>
            <a:schemeClr val="accent2">
              <a:lumMod val="60000"/>
              <a:lumOff val="40000"/>
            </a:schemeClr>
          </a:solidFill>
        </p:grpSpPr>
        <p:sp>
          <p:nvSpPr>
            <p:cNvPr id="17" name="Rectangle 16">
              <a:extLst>
                <a:ext uri="{FF2B5EF4-FFF2-40B4-BE49-F238E27FC236}">
                  <a16:creationId xmlns:a16="http://schemas.microsoft.com/office/drawing/2014/main" id="{A0F8B0F5-AA25-D0A0-E651-220AF46C72CD}"/>
                </a:ext>
              </a:extLst>
            </p:cNvPr>
            <p:cNvSpPr/>
            <p:nvPr/>
          </p:nvSpPr>
          <p:spPr>
            <a:xfrm>
              <a:off x="2684206" y="688258"/>
              <a:ext cx="9016181" cy="5525729"/>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CA9F0E51-666E-AE39-0A7B-03D2B05DE76A}"/>
                </a:ext>
              </a:extLst>
            </p:cNvPr>
            <p:cNvSpPr/>
            <p:nvPr/>
          </p:nvSpPr>
          <p:spPr>
            <a:xfrm>
              <a:off x="1587909" y="688258"/>
              <a:ext cx="2192594" cy="552572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9" name="Group 18">
            <a:extLst>
              <a:ext uri="{FF2B5EF4-FFF2-40B4-BE49-F238E27FC236}">
                <a16:creationId xmlns:a16="http://schemas.microsoft.com/office/drawing/2014/main" id="{F8D35E3B-D375-D4BA-5578-B4267FCA7D29}"/>
              </a:ext>
            </a:extLst>
          </p:cNvPr>
          <p:cNvGrpSpPr/>
          <p:nvPr/>
        </p:nvGrpSpPr>
        <p:grpSpPr>
          <a:xfrm>
            <a:off x="10306964" y="0"/>
            <a:ext cx="11995354" cy="6858000"/>
            <a:chOff x="1587909" y="688258"/>
            <a:chExt cx="10112478" cy="5525729"/>
          </a:xfrm>
        </p:grpSpPr>
        <p:sp>
          <p:nvSpPr>
            <p:cNvPr id="20" name="Rectangle 19">
              <a:extLst>
                <a:ext uri="{FF2B5EF4-FFF2-40B4-BE49-F238E27FC236}">
                  <a16:creationId xmlns:a16="http://schemas.microsoft.com/office/drawing/2014/main" id="{44415B11-1364-C58C-951F-C8335C09213D}"/>
                </a:ext>
              </a:extLst>
            </p:cNvPr>
            <p:cNvSpPr/>
            <p:nvPr/>
          </p:nvSpPr>
          <p:spPr>
            <a:xfrm>
              <a:off x="2684206" y="688258"/>
              <a:ext cx="9016181" cy="552572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65D7926B-525E-85D0-5A92-9680B49948DF}"/>
                </a:ext>
              </a:extLst>
            </p:cNvPr>
            <p:cNvSpPr/>
            <p:nvPr/>
          </p:nvSpPr>
          <p:spPr>
            <a:xfrm>
              <a:off x="1587909" y="688258"/>
              <a:ext cx="2192594" cy="5525729"/>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2" name="Group 21">
            <a:extLst>
              <a:ext uri="{FF2B5EF4-FFF2-40B4-BE49-F238E27FC236}">
                <a16:creationId xmlns:a16="http://schemas.microsoft.com/office/drawing/2014/main" id="{B08A0B40-E68A-FA38-8F4C-E8F99D749330}"/>
              </a:ext>
            </a:extLst>
          </p:cNvPr>
          <p:cNvGrpSpPr/>
          <p:nvPr/>
        </p:nvGrpSpPr>
        <p:grpSpPr>
          <a:xfrm>
            <a:off x="10497881" y="0"/>
            <a:ext cx="11995354" cy="6858000"/>
            <a:chOff x="1587909" y="688258"/>
            <a:chExt cx="10112478" cy="5525729"/>
          </a:xfrm>
        </p:grpSpPr>
        <p:sp>
          <p:nvSpPr>
            <p:cNvPr id="23" name="Rectangle 22">
              <a:extLst>
                <a:ext uri="{FF2B5EF4-FFF2-40B4-BE49-F238E27FC236}">
                  <a16:creationId xmlns:a16="http://schemas.microsoft.com/office/drawing/2014/main" id="{E379AC9B-1666-CD99-0950-85EAC542CF6B}"/>
                </a:ext>
              </a:extLst>
            </p:cNvPr>
            <p:cNvSpPr/>
            <p:nvPr/>
          </p:nvSpPr>
          <p:spPr>
            <a:xfrm>
              <a:off x="2684206" y="688258"/>
              <a:ext cx="9016181" cy="552572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D9CE37E1-ACA6-903B-A5D9-A28AD47ED16B}"/>
                </a:ext>
              </a:extLst>
            </p:cNvPr>
            <p:cNvSpPr/>
            <p:nvPr/>
          </p:nvSpPr>
          <p:spPr>
            <a:xfrm>
              <a:off x="1587909" y="688258"/>
              <a:ext cx="2192594" cy="5525729"/>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5" name="Group 24">
            <a:extLst>
              <a:ext uri="{FF2B5EF4-FFF2-40B4-BE49-F238E27FC236}">
                <a16:creationId xmlns:a16="http://schemas.microsoft.com/office/drawing/2014/main" id="{4A5EF8E8-C530-3986-5480-F8E036FACC4F}"/>
              </a:ext>
            </a:extLst>
          </p:cNvPr>
          <p:cNvGrpSpPr/>
          <p:nvPr/>
        </p:nvGrpSpPr>
        <p:grpSpPr>
          <a:xfrm>
            <a:off x="10688797" y="0"/>
            <a:ext cx="12176713" cy="6858000"/>
            <a:chOff x="1435017" y="688258"/>
            <a:chExt cx="10265370" cy="5525729"/>
          </a:xfrm>
        </p:grpSpPr>
        <p:sp>
          <p:nvSpPr>
            <p:cNvPr id="26" name="Rectangle 25">
              <a:extLst>
                <a:ext uri="{FF2B5EF4-FFF2-40B4-BE49-F238E27FC236}">
                  <a16:creationId xmlns:a16="http://schemas.microsoft.com/office/drawing/2014/main" id="{3536867A-BB30-01D1-0642-1833564AA4DC}"/>
                </a:ext>
              </a:extLst>
            </p:cNvPr>
            <p:cNvSpPr/>
            <p:nvPr/>
          </p:nvSpPr>
          <p:spPr>
            <a:xfrm>
              <a:off x="2684206" y="688258"/>
              <a:ext cx="9016181" cy="5525729"/>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47F80F58-089F-F4E2-4587-F96B9910B6B3}"/>
                </a:ext>
              </a:extLst>
            </p:cNvPr>
            <p:cNvSpPr/>
            <p:nvPr/>
          </p:nvSpPr>
          <p:spPr>
            <a:xfrm>
              <a:off x="1435017" y="688258"/>
              <a:ext cx="2192594" cy="5525729"/>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28" name="Group 27">
            <a:extLst>
              <a:ext uri="{FF2B5EF4-FFF2-40B4-BE49-F238E27FC236}">
                <a16:creationId xmlns:a16="http://schemas.microsoft.com/office/drawing/2014/main" id="{5D765820-1167-3C4A-CA6C-72B8BE86F3AE}"/>
              </a:ext>
            </a:extLst>
          </p:cNvPr>
          <p:cNvGrpSpPr/>
          <p:nvPr/>
        </p:nvGrpSpPr>
        <p:grpSpPr>
          <a:xfrm>
            <a:off x="10870156" y="0"/>
            <a:ext cx="11995354" cy="6858000"/>
            <a:chOff x="1587909" y="688258"/>
            <a:chExt cx="10112478" cy="5525729"/>
          </a:xfrm>
        </p:grpSpPr>
        <p:sp>
          <p:nvSpPr>
            <p:cNvPr id="29" name="Rectangle 28">
              <a:extLst>
                <a:ext uri="{FF2B5EF4-FFF2-40B4-BE49-F238E27FC236}">
                  <a16:creationId xmlns:a16="http://schemas.microsoft.com/office/drawing/2014/main" id="{6116DC7F-E084-74A3-E4C6-CA3925BB7920}"/>
                </a:ext>
              </a:extLst>
            </p:cNvPr>
            <p:cNvSpPr/>
            <p:nvPr/>
          </p:nvSpPr>
          <p:spPr>
            <a:xfrm>
              <a:off x="2684206" y="688258"/>
              <a:ext cx="9016181" cy="552572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D816190D-6E46-9163-F9EB-AE32DD571DE8}"/>
                </a:ext>
              </a:extLst>
            </p:cNvPr>
            <p:cNvSpPr/>
            <p:nvPr/>
          </p:nvSpPr>
          <p:spPr>
            <a:xfrm>
              <a:off x="1587909" y="688258"/>
              <a:ext cx="2192594" cy="5525729"/>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31" name="Group 30">
            <a:extLst>
              <a:ext uri="{FF2B5EF4-FFF2-40B4-BE49-F238E27FC236}">
                <a16:creationId xmlns:a16="http://schemas.microsoft.com/office/drawing/2014/main" id="{0A0EDBFA-8562-2693-A404-C74C77FFDE10}"/>
              </a:ext>
            </a:extLst>
          </p:cNvPr>
          <p:cNvGrpSpPr/>
          <p:nvPr/>
        </p:nvGrpSpPr>
        <p:grpSpPr>
          <a:xfrm>
            <a:off x="11148091" y="0"/>
            <a:ext cx="11995354" cy="6858000"/>
            <a:chOff x="1587909" y="688258"/>
            <a:chExt cx="10112478" cy="5525729"/>
          </a:xfrm>
          <a:solidFill>
            <a:srgbClr val="002060"/>
          </a:solidFill>
        </p:grpSpPr>
        <p:sp>
          <p:nvSpPr>
            <p:cNvPr id="32" name="Rectangle 31">
              <a:extLst>
                <a:ext uri="{FF2B5EF4-FFF2-40B4-BE49-F238E27FC236}">
                  <a16:creationId xmlns:a16="http://schemas.microsoft.com/office/drawing/2014/main" id="{974D4576-F5BF-C77F-553C-53CDF36891FA}"/>
                </a:ext>
              </a:extLst>
            </p:cNvPr>
            <p:cNvSpPr/>
            <p:nvPr/>
          </p:nvSpPr>
          <p:spPr>
            <a:xfrm>
              <a:off x="2684206" y="688258"/>
              <a:ext cx="9016181" cy="5525729"/>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E9D027C9-5F16-B57D-CEC0-15E9348D896E}"/>
                </a:ext>
              </a:extLst>
            </p:cNvPr>
            <p:cNvSpPr/>
            <p:nvPr/>
          </p:nvSpPr>
          <p:spPr>
            <a:xfrm>
              <a:off x="1587909" y="688258"/>
              <a:ext cx="2192594" cy="552572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 name="Rectangle: Rounded Corners 2">
            <a:extLst>
              <a:ext uri="{FF2B5EF4-FFF2-40B4-BE49-F238E27FC236}">
                <a16:creationId xmlns:a16="http://schemas.microsoft.com/office/drawing/2014/main" id="{8BC8F516-A9D3-4072-308C-1BD470E33C0D}"/>
              </a:ext>
            </a:extLst>
          </p:cNvPr>
          <p:cNvSpPr/>
          <p:nvPr/>
        </p:nvSpPr>
        <p:spPr>
          <a:xfrm>
            <a:off x="286387" y="153237"/>
            <a:ext cx="9933559" cy="6551525"/>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5CB74235-5E2D-13FB-3D26-E9937D77DC97}"/>
              </a:ext>
            </a:extLst>
          </p:cNvPr>
          <p:cNvSpPr txBox="1"/>
          <p:nvPr/>
        </p:nvSpPr>
        <p:spPr>
          <a:xfrm>
            <a:off x="0" y="667871"/>
            <a:ext cx="9440617" cy="1200329"/>
          </a:xfrm>
          <a:prstGeom prst="rect">
            <a:avLst/>
          </a:prstGeom>
          <a:noFill/>
        </p:spPr>
        <p:txBody>
          <a:bodyPr wrap="square" rtlCol="0">
            <a:spAutoFit/>
          </a:bodyPr>
          <a:lstStyle/>
          <a:p>
            <a:pPr algn="ctr"/>
            <a:r>
              <a:rPr lang="en-IN" sz="7200" dirty="0">
                <a:latin typeface="Times New Roman" panose="02020603050405020304" pitchFamily="18" charset="0"/>
                <a:cs typeface="Times New Roman" panose="02020603050405020304" pitchFamily="18" charset="0"/>
              </a:rPr>
              <a:t>   PLACEMENT HUB</a:t>
            </a:r>
          </a:p>
        </p:txBody>
      </p:sp>
      <p:sp>
        <p:nvSpPr>
          <p:cNvPr id="5" name="TextBox 4">
            <a:extLst>
              <a:ext uri="{FF2B5EF4-FFF2-40B4-BE49-F238E27FC236}">
                <a16:creationId xmlns:a16="http://schemas.microsoft.com/office/drawing/2014/main" id="{1030A972-3687-8A50-FA67-70E2BAEBB5D4}"/>
              </a:ext>
            </a:extLst>
          </p:cNvPr>
          <p:cNvSpPr txBox="1"/>
          <p:nvPr/>
        </p:nvSpPr>
        <p:spPr>
          <a:xfrm>
            <a:off x="1256233" y="1744764"/>
            <a:ext cx="7716157"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A Placement Management System using Data Structures and Algorithms</a:t>
            </a:r>
          </a:p>
        </p:txBody>
      </p:sp>
      <p:sp>
        <p:nvSpPr>
          <p:cNvPr id="6" name="TextBox 5">
            <a:extLst>
              <a:ext uri="{FF2B5EF4-FFF2-40B4-BE49-F238E27FC236}">
                <a16:creationId xmlns:a16="http://schemas.microsoft.com/office/drawing/2014/main" id="{DECD5164-126B-4E1E-CD1A-2121FD08E745}"/>
              </a:ext>
            </a:extLst>
          </p:cNvPr>
          <p:cNvSpPr txBox="1"/>
          <p:nvPr/>
        </p:nvSpPr>
        <p:spPr>
          <a:xfrm>
            <a:off x="3592476" y="2578484"/>
            <a:ext cx="5848141" cy="1569660"/>
          </a:xfrm>
          <a:prstGeom prst="rect">
            <a:avLst/>
          </a:prstGeom>
          <a:noFill/>
        </p:spPr>
        <p:txBody>
          <a:bodyPr wrap="square" rtlCol="0">
            <a:spAutoFit/>
          </a:bodyPr>
          <a:lstStyle/>
          <a:p>
            <a:pPr algn="r"/>
            <a:r>
              <a:rPr lang="en-IN" sz="3200" dirty="0">
                <a:latin typeface="Times New Roman" panose="02020603050405020304" pitchFamily="18" charset="0"/>
                <a:cs typeface="Times New Roman" panose="02020603050405020304" pitchFamily="18" charset="0"/>
              </a:rPr>
              <a:t>2520030128 – Sai Sharan</a:t>
            </a:r>
          </a:p>
          <a:p>
            <a:pPr algn="r"/>
            <a:r>
              <a:rPr lang="en-IN" sz="3200" dirty="0">
                <a:latin typeface="Times New Roman" panose="02020603050405020304" pitchFamily="18" charset="0"/>
                <a:cs typeface="Times New Roman" panose="02020603050405020304" pitchFamily="18" charset="0"/>
              </a:rPr>
              <a:t>2520030083 – Saanvi</a:t>
            </a:r>
          </a:p>
          <a:p>
            <a:pPr algn="r"/>
            <a:r>
              <a:rPr lang="en-IN" sz="3200" dirty="0">
                <a:latin typeface="Times New Roman" panose="02020603050405020304" pitchFamily="18" charset="0"/>
                <a:cs typeface="Times New Roman" panose="02020603050405020304" pitchFamily="18" charset="0"/>
              </a:rPr>
              <a:t>2520030487 – Sindhu</a:t>
            </a:r>
          </a:p>
        </p:txBody>
      </p:sp>
      <p:sp>
        <p:nvSpPr>
          <p:cNvPr id="7" name="TextBox 6">
            <a:extLst>
              <a:ext uri="{FF2B5EF4-FFF2-40B4-BE49-F238E27FC236}">
                <a16:creationId xmlns:a16="http://schemas.microsoft.com/office/drawing/2014/main" id="{ED8FE17B-E033-5092-07A0-5F9AB438B6FD}"/>
              </a:ext>
            </a:extLst>
          </p:cNvPr>
          <p:cNvSpPr txBox="1"/>
          <p:nvPr/>
        </p:nvSpPr>
        <p:spPr>
          <a:xfrm>
            <a:off x="1074165" y="4381374"/>
            <a:ext cx="7304963" cy="954107"/>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Course Code – 25CS2103E</a:t>
            </a:r>
          </a:p>
          <a:p>
            <a:r>
              <a:rPr lang="en-IN" sz="2800" dirty="0">
                <a:latin typeface="Times New Roman" panose="02020603050405020304" pitchFamily="18" charset="0"/>
                <a:cs typeface="Times New Roman" panose="02020603050405020304" pitchFamily="18" charset="0"/>
              </a:rPr>
              <a:t>DATA STRUCTURES AND ALGORITHMS – 3</a:t>
            </a:r>
          </a:p>
        </p:txBody>
      </p:sp>
    </p:spTree>
    <p:extLst>
      <p:ext uri="{BB962C8B-B14F-4D97-AF65-F5344CB8AC3E}">
        <p14:creationId xmlns:p14="http://schemas.microsoft.com/office/powerpoint/2010/main" val="15944722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80442-A8CB-40C8-F11D-BFD234FCADC8}"/>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5AA40F5D-2A12-5AAD-1AE2-FBF60619BC9D}"/>
              </a:ext>
            </a:extLst>
          </p:cNvPr>
          <p:cNvGrpSpPr/>
          <p:nvPr/>
        </p:nvGrpSpPr>
        <p:grpSpPr>
          <a:xfrm>
            <a:off x="-641758" y="0"/>
            <a:ext cx="11995354" cy="6858000"/>
            <a:chOff x="881107" y="688258"/>
            <a:chExt cx="10112478" cy="5525729"/>
          </a:xfrm>
        </p:grpSpPr>
        <p:sp>
          <p:nvSpPr>
            <p:cNvPr id="13" name="Rectangle 12">
              <a:extLst>
                <a:ext uri="{FF2B5EF4-FFF2-40B4-BE49-F238E27FC236}">
                  <a16:creationId xmlns:a16="http://schemas.microsoft.com/office/drawing/2014/main" id="{50A42201-9B2C-3D5A-51C7-95916E701AB1}"/>
                </a:ext>
              </a:extLst>
            </p:cNvPr>
            <p:cNvSpPr/>
            <p:nvPr/>
          </p:nvSpPr>
          <p:spPr>
            <a:xfrm>
              <a:off x="1977404" y="688258"/>
              <a:ext cx="9016181" cy="55257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Oval 13">
              <a:extLst>
                <a:ext uri="{FF2B5EF4-FFF2-40B4-BE49-F238E27FC236}">
                  <a16:creationId xmlns:a16="http://schemas.microsoft.com/office/drawing/2014/main" id="{EFD7B244-56E5-DDC1-8162-A6D4195A6312}"/>
                </a:ext>
              </a:extLst>
            </p:cNvPr>
            <p:cNvSpPr/>
            <p:nvPr/>
          </p:nvSpPr>
          <p:spPr>
            <a:xfrm>
              <a:off x="881107" y="688258"/>
              <a:ext cx="2192594" cy="552572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6" name="Group 15">
            <a:extLst>
              <a:ext uri="{FF2B5EF4-FFF2-40B4-BE49-F238E27FC236}">
                <a16:creationId xmlns:a16="http://schemas.microsoft.com/office/drawing/2014/main" id="{FD3C4EEE-4FD7-B252-3433-CC97D4FB16F4}"/>
              </a:ext>
            </a:extLst>
          </p:cNvPr>
          <p:cNvGrpSpPr/>
          <p:nvPr/>
        </p:nvGrpSpPr>
        <p:grpSpPr>
          <a:xfrm>
            <a:off x="-426700" y="0"/>
            <a:ext cx="11995354" cy="6858000"/>
            <a:chOff x="1587909" y="688258"/>
            <a:chExt cx="10112478" cy="5525729"/>
          </a:xfrm>
          <a:solidFill>
            <a:schemeClr val="accent2">
              <a:lumMod val="60000"/>
              <a:lumOff val="40000"/>
            </a:schemeClr>
          </a:solidFill>
        </p:grpSpPr>
        <p:sp>
          <p:nvSpPr>
            <p:cNvPr id="17" name="Rectangle 16">
              <a:extLst>
                <a:ext uri="{FF2B5EF4-FFF2-40B4-BE49-F238E27FC236}">
                  <a16:creationId xmlns:a16="http://schemas.microsoft.com/office/drawing/2014/main" id="{77C7B356-EE97-4A86-B3D2-0C8F094D0E07}"/>
                </a:ext>
              </a:extLst>
            </p:cNvPr>
            <p:cNvSpPr/>
            <p:nvPr/>
          </p:nvSpPr>
          <p:spPr>
            <a:xfrm>
              <a:off x="2684206" y="688258"/>
              <a:ext cx="9016181" cy="5525729"/>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6631806C-35D1-3DF9-A66E-DE88DE9CFD9A}"/>
                </a:ext>
              </a:extLst>
            </p:cNvPr>
            <p:cNvSpPr/>
            <p:nvPr/>
          </p:nvSpPr>
          <p:spPr>
            <a:xfrm>
              <a:off x="1587909" y="688258"/>
              <a:ext cx="2192594" cy="552572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9" name="Group 18">
            <a:extLst>
              <a:ext uri="{FF2B5EF4-FFF2-40B4-BE49-F238E27FC236}">
                <a16:creationId xmlns:a16="http://schemas.microsoft.com/office/drawing/2014/main" id="{B6C206BE-1448-381B-5A4A-B123FF5B6895}"/>
              </a:ext>
            </a:extLst>
          </p:cNvPr>
          <p:cNvGrpSpPr/>
          <p:nvPr/>
        </p:nvGrpSpPr>
        <p:grpSpPr>
          <a:xfrm>
            <a:off x="-102713" y="0"/>
            <a:ext cx="11995354" cy="6858000"/>
            <a:chOff x="1587909" y="688258"/>
            <a:chExt cx="10112478" cy="5525729"/>
          </a:xfrm>
        </p:grpSpPr>
        <p:sp>
          <p:nvSpPr>
            <p:cNvPr id="20" name="Rectangle 19">
              <a:extLst>
                <a:ext uri="{FF2B5EF4-FFF2-40B4-BE49-F238E27FC236}">
                  <a16:creationId xmlns:a16="http://schemas.microsoft.com/office/drawing/2014/main" id="{6A5CEC0F-1606-7216-D948-ACAC023751BA}"/>
                </a:ext>
              </a:extLst>
            </p:cNvPr>
            <p:cNvSpPr/>
            <p:nvPr/>
          </p:nvSpPr>
          <p:spPr>
            <a:xfrm>
              <a:off x="2684206" y="688258"/>
              <a:ext cx="9016181" cy="552572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E7092B3B-7979-756E-D1B9-B9B15FBF979F}"/>
                </a:ext>
              </a:extLst>
            </p:cNvPr>
            <p:cNvSpPr/>
            <p:nvPr/>
          </p:nvSpPr>
          <p:spPr>
            <a:xfrm>
              <a:off x="1587909" y="688258"/>
              <a:ext cx="2192594" cy="5525729"/>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2" name="Group 21">
            <a:extLst>
              <a:ext uri="{FF2B5EF4-FFF2-40B4-BE49-F238E27FC236}">
                <a16:creationId xmlns:a16="http://schemas.microsoft.com/office/drawing/2014/main" id="{C9ED80CA-16DC-7ED1-96EA-FB0686F60382}"/>
              </a:ext>
            </a:extLst>
          </p:cNvPr>
          <p:cNvGrpSpPr/>
          <p:nvPr/>
        </p:nvGrpSpPr>
        <p:grpSpPr>
          <a:xfrm>
            <a:off x="10497881" y="0"/>
            <a:ext cx="11995354" cy="6858000"/>
            <a:chOff x="1587909" y="688258"/>
            <a:chExt cx="10112478" cy="5525729"/>
          </a:xfrm>
        </p:grpSpPr>
        <p:sp>
          <p:nvSpPr>
            <p:cNvPr id="23" name="Rectangle 22">
              <a:extLst>
                <a:ext uri="{FF2B5EF4-FFF2-40B4-BE49-F238E27FC236}">
                  <a16:creationId xmlns:a16="http://schemas.microsoft.com/office/drawing/2014/main" id="{FF25155D-A791-997C-61C5-C3DA609FFF1C}"/>
                </a:ext>
              </a:extLst>
            </p:cNvPr>
            <p:cNvSpPr/>
            <p:nvPr/>
          </p:nvSpPr>
          <p:spPr>
            <a:xfrm>
              <a:off x="2684206" y="688258"/>
              <a:ext cx="9016181" cy="552572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9E376D89-3246-68AE-2BC9-3515ABF883FE}"/>
                </a:ext>
              </a:extLst>
            </p:cNvPr>
            <p:cNvSpPr/>
            <p:nvPr/>
          </p:nvSpPr>
          <p:spPr>
            <a:xfrm>
              <a:off x="1587909" y="688258"/>
              <a:ext cx="2192594" cy="5525729"/>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5" name="Group 24">
            <a:extLst>
              <a:ext uri="{FF2B5EF4-FFF2-40B4-BE49-F238E27FC236}">
                <a16:creationId xmlns:a16="http://schemas.microsoft.com/office/drawing/2014/main" id="{70662585-ED62-D152-AFE9-52EC061B7F3E}"/>
              </a:ext>
            </a:extLst>
          </p:cNvPr>
          <p:cNvGrpSpPr/>
          <p:nvPr/>
        </p:nvGrpSpPr>
        <p:grpSpPr>
          <a:xfrm>
            <a:off x="10688797" y="0"/>
            <a:ext cx="12176713" cy="6858000"/>
            <a:chOff x="1435017" y="688258"/>
            <a:chExt cx="10265370" cy="5525729"/>
          </a:xfrm>
        </p:grpSpPr>
        <p:sp>
          <p:nvSpPr>
            <p:cNvPr id="26" name="Rectangle 25">
              <a:extLst>
                <a:ext uri="{FF2B5EF4-FFF2-40B4-BE49-F238E27FC236}">
                  <a16:creationId xmlns:a16="http://schemas.microsoft.com/office/drawing/2014/main" id="{FC539F2E-C701-8E31-4CAB-B06218D88CB2}"/>
                </a:ext>
              </a:extLst>
            </p:cNvPr>
            <p:cNvSpPr/>
            <p:nvPr/>
          </p:nvSpPr>
          <p:spPr>
            <a:xfrm>
              <a:off x="2684206" y="688258"/>
              <a:ext cx="9016181" cy="5525729"/>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0551A46F-A134-A68F-D60F-4251500AEE70}"/>
                </a:ext>
              </a:extLst>
            </p:cNvPr>
            <p:cNvSpPr/>
            <p:nvPr/>
          </p:nvSpPr>
          <p:spPr>
            <a:xfrm>
              <a:off x="1435017" y="688258"/>
              <a:ext cx="2192594" cy="5525729"/>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28" name="Group 27">
            <a:extLst>
              <a:ext uri="{FF2B5EF4-FFF2-40B4-BE49-F238E27FC236}">
                <a16:creationId xmlns:a16="http://schemas.microsoft.com/office/drawing/2014/main" id="{EAD253BB-DECC-9C7E-8B4F-9F3E0233ED1E}"/>
              </a:ext>
            </a:extLst>
          </p:cNvPr>
          <p:cNvGrpSpPr/>
          <p:nvPr/>
        </p:nvGrpSpPr>
        <p:grpSpPr>
          <a:xfrm>
            <a:off x="10870156" y="0"/>
            <a:ext cx="11995354" cy="6858000"/>
            <a:chOff x="1587909" y="688258"/>
            <a:chExt cx="10112478" cy="5525729"/>
          </a:xfrm>
        </p:grpSpPr>
        <p:sp>
          <p:nvSpPr>
            <p:cNvPr id="29" name="Rectangle 28">
              <a:extLst>
                <a:ext uri="{FF2B5EF4-FFF2-40B4-BE49-F238E27FC236}">
                  <a16:creationId xmlns:a16="http://schemas.microsoft.com/office/drawing/2014/main" id="{0CE57000-90A7-7153-85EB-AF2499B93B85}"/>
                </a:ext>
              </a:extLst>
            </p:cNvPr>
            <p:cNvSpPr/>
            <p:nvPr/>
          </p:nvSpPr>
          <p:spPr>
            <a:xfrm>
              <a:off x="2684206" y="688258"/>
              <a:ext cx="9016181" cy="552572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B525A369-C306-8EC5-8B23-D289133DD1BE}"/>
                </a:ext>
              </a:extLst>
            </p:cNvPr>
            <p:cNvSpPr/>
            <p:nvPr/>
          </p:nvSpPr>
          <p:spPr>
            <a:xfrm>
              <a:off x="1587909" y="688258"/>
              <a:ext cx="2192594" cy="5525729"/>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31" name="Group 30">
            <a:extLst>
              <a:ext uri="{FF2B5EF4-FFF2-40B4-BE49-F238E27FC236}">
                <a16:creationId xmlns:a16="http://schemas.microsoft.com/office/drawing/2014/main" id="{482D0C58-C606-349C-FAC9-873453B3AFB9}"/>
              </a:ext>
            </a:extLst>
          </p:cNvPr>
          <p:cNvGrpSpPr/>
          <p:nvPr/>
        </p:nvGrpSpPr>
        <p:grpSpPr>
          <a:xfrm>
            <a:off x="11148091" y="0"/>
            <a:ext cx="11995354" cy="6858000"/>
            <a:chOff x="1587909" y="688258"/>
            <a:chExt cx="10112478" cy="5525729"/>
          </a:xfrm>
          <a:solidFill>
            <a:srgbClr val="002060"/>
          </a:solidFill>
        </p:grpSpPr>
        <p:sp>
          <p:nvSpPr>
            <p:cNvPr id="32" name="Rectangle 31">
              <a:extLst>
                <a:ext uri="{FF2B5EF4-FFF2-40B4-BE49-F238E27FC236}">
                  <a16:creationId xmlns:a16="http://schemas.microsoft.com/office/drawing/2014/main" id="{5E23EEF9-D48D-A213-45F5-2C866D34504D}"/>
                </a:ext>
              </a:extLst>
            </p:cNvPr>
            <p:cNvSpPr/>
            <p:nvPr/>
          </p:nvSpPr>
          <p:spPr>
            <a:xfrm>
              <a:off x="2684206" y="688258"/>
              <a:ext cx="9016181" cy="5525729"/>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944B7D85-38DE-488B-3866-469C9ACF02D1}"/>
                </a:ext>
              </a:extLst>
            </p:cNvPr>
            <p:cNvSpPr/>
            <p:nvPr/>
          </p:nvSpPr>
          <p:spPr>
            <a:xfrm>
              <a:off x="1587909" y="688258"/>
              <a:ext cx="2192594" cy="552572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 name="Rectangle: Rounded Corners 2">
            <a:extLst>
              <a:ext uri="{FF2B5EF4-FFF2-40B4-BE49-F238E27FC236}">
                <a16:creationId xmlns:a16="http://schemas.microsoft.com/office/drawing/2014/main" id="{0808C173-ACD7-A411-3668-75B1F08CCE3C}"/>
              </a:ext>
            </a:extLst>
          </p:cNvPr>
          <p:cNvSpPr/>
          <p:nvPr/>
        </p:nvSpPr>
        <p:spPr>
          <a:xfrm>
            <a:off x="468864" y="153237"/>
            <a:ext cx="9933559" cy="6551525"/>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FD71071A-DA75-A3B3-BBA6-5582743984B9}"/>
              </a:ext>
            </a:extLst>
          </p:cNvPr>
          <p:cNvSpPr txBox="1"/>
          <p:nvPr/>
        </p:nvSpPr>
        <p:spPr>
          <a:xfrm>
            <a:off x="4091215" y="481803"/>
            <a:ext cx="6778941"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ABSTRACT</a:t>
            </a:r>
          </a:p>
        </p:txBody>
      </p:sp>
      <p:sp>
        <p:nvSpPr>
          <p:cNvPr id="5" name="TextBox 4">
            <a:extLst>
              <a:ext uri="{FF2B5EF4-FFF2-40B4-BE49-F238E27FC236}">
                <a16:creationId xmlns:a16="http://schemas.microsoft.com/office/drawing/2014/main" id="{5596870F-83C3-7C25-4CA0-D6E04F60359D}"/>
              </a:ext>
            </a:extLst>
          </p:cNvPr>
          <p:cNvSpPr txBox="1"/>
          <p:nvPr/>
        </p:nvSpPr>
        <p:spPr>
          <a:xfrm>
            <a:off x="982300" y="1395143"/>
            <a:ext cx="8519049" cy="1631216"/>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Placement Hub</a:t>
            </a:r>
            <a:r>
              <a:rPr lang="en-IN" sz="2000" dirty="0">
                <a:latin typeface="Times New Roman" panose="02020603050405020304" pitchFamily="18" charset="0"/>
                <a:cs typeface="Times New Roman" panose="02020603050405020304" pitchFamily="18" charset="0"/>
              </a:rPr>
              <a:t> is a placement management system designed to simplify and organize recruitment activities in educational institutions. It provides a centralized platform for managing student profiles, company details, job opportunities, eligibility criteria, and recruitment drives, reducing the effort involved in manual placement management.</a:t>
            </a:r>
          </a:p>
        </p:txBody>
      </p:sp>
      <p:sp>
        <p:nvSpPr>
          <p:cNvPr id="6" name="TextBox 5">
            <a:extLst>
              <a:ext uri="{FF2B5EF4-FFF2-40B4-BE49-F238E27FC236}">
                <a16:creationId xmlns:a16="http://schemas.microsoft.com/office/drawing/2014/main" id="{53222AC7-52EA-ED1B-EB26-FAB60FF72EC1}"/>
              </a:ext>
            </a:extLst>
          </p:cNvPr>
          <p:cNvSpPr txBox="1"/>
          <p:nvPr/>
        </p:nvSpPr>
        <p:spPr>
          <a:xfrm>
            <a:off x="1398673" y="3377877"/>
            <a:ext cx="7664939" cy="1938992"/>
          </a:xfrm>
          <a:prstGeom prst="rect">
            <a:avLst/>
          </a:prstGeom>
          <a:noFill/>
        </p:spPr>
        <p:txBody>
          <a:bodyPr wrap="square" rtlCol="0">
            <a:spAutoFit/>
          </a:bodyPr>
          <a:lstStyle/>
          <a:p>
            <a:pPr algn="ctr"/>
            <a:r>
              <a:rPr lang="en-IN" sz="2000" dirty="0">
                <a:latin typeface="Times New Roman" panose="02020603050405020304" pitchFamily="18" charset="0"/>
                <a:cs typeface="Times New Roman" panose="02020603050405020304" pitchFamily="18" charset="0"/>
              </a:rPr>
              <a:t>The system helps match students with suitable job opportunities based on their academic details, skills, and company requirements. By applying Data Structures and Algorithms (DSA) for efficient searching, sorting, storing, and processing of data, Placement Hub improves placement management and helps students discover relevant career opportunities efficiently.</a:t>
            </a:r>
          </a:p>
        </p:txBody>
      </p:sp>
    </p:spTree>
    <p:extLst>
      <p:ext uri="{BB962C8B-B14F-4D97-AF65-F5344CB8AC3E}">
        <p14:creationId xmlns:p14="http://schemas.microsoft.com/office/powerpoint/2010/main" val="16798190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88B58-6D53-A418-8125-28696953CE92}"/>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C38AB000-237F-01E6-0DB6-05ACBCCAF13B}"/>
              </a:ext>
            </a:extLst>
          </p:cNvPr>
          <p:cNvGrpSpPr/>
          <p:nvPr/>
        </p:nvGrpSpPr>
        <p:grpSpPr>
          <a:xfrm>
            <a:off x="-641758" y="0"/>
            <a:ext cx="11995354" cy="6858000"/>
            <a:chOff x="881107" y="688258"/>
            <a:chExt cx="10112478" cy="5525729"/>
          </a:xfrm>
        </p:grpSpPr>
        <p:sp>
          <p:nvSpPr>
            <p:cNvPr id="13" name="Rectangle 12">
              <a:extLst>
                <a:ext uri="{FF2B5EF4-FFF2-40B4-BE49-F238E27FC236}">
                  <a16:creationId xmlns:a16="http://schemas.microsoft.com/office/drawing/2014/main" id="{EFCC39C8-79F0-FA4D-7F47-F329106E0C1D}"/>
                </a:ext>
              </a:extLst>
            </p:cNvPr>
            <p:cNvSpPr/>
            <p:nvPr/>
          </p:nvSpPr>
          <p:spPr>
            <a:xfrm>
              <a:off x="1977404" y="688258"/>
              <a:ext cx="9016181" cy="55257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Oval 13">
              <a:extLst>
                <a:ext uri="{FF2B5EF4-FFF2-40B4-BE49-F238E27FC236}">
                  <a16:creationId xmlns:a16="http://schemas.microsoft.com/office/drawing/2014/main" id="{04A0D5A0-73A2-D80B-B3FB-C0783B706817}"/>
                </a:ext>
              </a:extLst>
            </p:cNvPr>
            <p:cNvSpPr/>
            <p:nvPr/>
          </p:nvSpPr>
          <p:spPr>
            <a:xfrm>
              <a:off x="881107" y="688258"/>
              <a:ext cx="2192594" cy="552572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6" name="Group 15">
            <a:extLst>
              <a:ext uri="{FF2B5EF4-FFF2-40B4-BE49-F238E27FC236}">
                <a16:creationId xmlns:a16="http://schemas.microsoft.com/office/drawing/2014/main" id="{C6DC5632-9EA8-7C83-54FB-0DAF9F57176E}"/>
              </a:ext>
            </a:extLst>
          </p:cNvPr>
          <p:cNvGrpSpPr/>
          <p:nvPr/>
        </p:nvGrpSpPr>
        <p:grpSpPr>
          <a:xfrm>
            <a:off x="-419405" y="0"/>
            <a:ext cx="11995354" cy="6858000"/>
            <a:chOff x="1587909" y="688258"/>
            <a:chExt cx="10112478" cy="5525729"/>
          </a:xfrm>
          <a:solidFill>
            <a:schemeClr val="accent2">
              <a:lumMod val="60000"/>
              <a:lumOff val="40000"/>
            </a:schemeClr>
          </a:solidFill>
        </p:grpSpPr>
        <p:sp>
          <p:nvSpPr>
            <p:cNvPr id="17" name="Rectangle 16">
              <a:extLst>
                <a:ext uri="{FF2B5EF4-FFF2-40B4-BE49-F238E27FC236}">
                  <a16:creationId xmlns:a16="http://schemas.microsoft.com/office/drawing/2014/main" id="{533E4764-3E9E-5B25-E9AE-E986C9C19E49}"/>
                </a:ext>
              </a:extLst>
            </p:cNvPr>
            <p:cNvSpPr/>
            <p:nvPr/>
          </p:nvSpPr>
          <p:spPr>
            <a:xfrm>
              <a:off x="2684206" y="688258"/>
              <a:ext cx="9016181" cy="5525729"/>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DADF8125-12C5-F5CF-386A-D0571D404295}"/>
                </a:ext>
              </a:extLst>
            </p:cNvPr>
            <p:cNvSpPr/>
            <p:nvPr/>
          </p:nvSpPr>
          <p:spPr>
            <a:xfrm>
              <a:off x="1587909" y="688258"/>
              <a:ext cx="2192594" cy="552572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9" name="Group 18">
            <a:extLst>
              <a:ext uri="{FF2B5EF4-FFF2-40B4-BE49-F238E27FC236}">
                <a16:creationId xmlns:a16="http://schemas.microsoft.com/office/drawing/2014/main" id="{1CC0806E-C9AA-1EDF-2D99-CDF93E5FFE1E}"/>
              </a:ext>
            </a:extLst>
          </p:cNvPr>
          <p:cNvGrpSpPr/>
          <p:nvPr/>
        </p:nvGrpSpPr>
        <p:grpSpPr>
          <a:xfrm>
            <a:off x="-158722" y="0"/>
            <a:ext cx="11957023" cy="6858000"/>
            <a:chOff x="-3045932" y="688258"/>
            <a:chExt cx="10080164" cy="5525729"/>
          </a:xfrm>
        </p:grpSpPr>
        <p:sp>
          <p:nvSpPr>
            <p:cNvPr id="20" name="Rectangle 19">
              <a:extLst>
                <a:ext uri="{FF2B5EF4-FFF2-40B4-BE49-F238E27FC236}">
                  <a16:creationId xmlns:a16="http://schemas.microsoft.com/office/drawing/2014/main" id="{D9248D3D-005D-4A66-5E16-4E7313001D51}"/>
                </a:ext>
              </a:extLst>
            </p:cNvPr>
            <p:cNvSpPr/>
            <p:nvPr/>
          </p:nvSpPr>
          <p:spPr>
            <a:xfrm>
              <a:off x="-1981949" y="688258"/>
              <a:ext cx="9016181" cy="552572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Oval 20">
              <a:extLst>
                <a:ext uri="{FF2B5EF4-FFF2-40B4-BE49-F238E27FC236}">
                  <a16:creationId xmlns:a16="http://schemas.microsoft.com/office/drawing/2014/main" id="{5651C9F9-CCA3-FDD1-AA03-9BD6BC7D2499}"/>
                </a:ext>
              </a:extLst>
            </p:cNvPr>
            <p:cNvSpPr/>
            <p:nvPr/>
          </p:nvSpPr>
          <p:spPr>
            <a:xfrm>
              <a:off x="-3045932" y="688258"/>
              <a:ext cx="2192594" cy="5525729"/>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22" name="Group 21">
            <a:extLst>
              <a:ext uri="{FF2B5EF4-FFF2-40B4-BE49-F238E27FC236}">
                <a16:creationId xmlns:a16="http://schemas.microsoft.com/office/drawing/2014/main" id="{139E54E7-9169-4E93-89EA-3E761683D9D1}"/>
              </a:ext>
            </a:extLst>
          </p:cNvPr>
          <p:cNvGrpSpPr/>
          <p:nvPr/>
        </p:nvGrpSpPr>
        <p:grpSpPr>
          <a:xfrm>
            <a:off x="73799" y="0"/>
            <a:ext cx="11995354" cy="6858000"/>
            <a:chOff x="1587909" y="688258"/>
            <a:chExt cx="10112478" cy="5525729"/>
          </a:xfrm>
        </p:grpSpPr>
        <p:sp>
          <p:nvSpPr>
            <p:cNvPr id="23" name="Rectangle 22">
              <a:extLst>
                <a:ext uri="{FF2B5EF4-FFF2-40B4-BE49-F238E27FC236}">
                  <a16:creationId xmlns:a16="http://schemas.microsoft.com/office/drawing/2014/main" id="{1233B100-8869-CB93-71F8-A11342F4DE6E}"/>
                </a:ext>
              </a:extLst>
            </p:cNvPr>
            <p:cNvSpPr/>
            <p:nvPr/>
          </p:nvSpPr>
          <p:spPr>
            <a:xfrm>
              <a:off x="2684206" y="688258"/>
              <a:ext cx="9016181" cy="552572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53D382C2-EEEE-CD72-AD19-16737D1C1913}"/>
                </a:ext>
              </a:extLst>
            </p:cNvPr>
            <p:cNvSpPr/>
            <p:nvPr/>
          </p:nvSpPr>
          <p:spPr>
            <a:xfrm>
              <a:off x="1587909" y="688258"/>
              <a:ext cx="2192594" cy="5525729"/>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25" name="Group 24">
            <a:extLst>
              <a:ext uri="{FF2B5EF4-FFF2-40B4-BE49-F238E27FC236}">
                <a16:creationId xmlns:a16="http://schemas.microsoft.com/office/drawing/2014/main" id="{E8821493-5E78-7513-293D-E34682452008}"/>
              </a:ext>
            </a:extLst>
          </p:cNvPr>
          <p:cNvGrpSpPr/>
          <p:nvPr/>
        </p:nvGrpSpPr>
        <p:grpSpPr>
          <a:xfrm>
            <a:off x="10688797" y="0"/>
            <a:ext cx="12176713" cy="6858000"/>
            <a:chOff x="1435017" y="688258"/>
            <a:chExt cx="10265370" cy="5525729"/>
          </a:xfrm>
        </p:grpSpPr>
        <p:sp>
          <p:nvSpPr>
            <p:cNvPr id="26" name="Rectangle 25">
              <a:extLst>
                <a:ext uri="{FF2B5EF4-FFF2-40B4-BE49-F238E27FC236}">
                  <a16:creationId xmlns:a16="http://schemas.microsoft.com/office/drawing/2014/main" id="{6CC36318-BC32-843F-8474-851C52627C21}"/>
                </a:ext>
              </a:extLst>
            </p:cNvPr>
            <p:cNvSpPr/>
            <p:nvPr/>
          </p:nvSpPr>
          <p:spPr>
            <a:xfrm>
              <a:off x="2684206" y="688258"/>
              <a:ext cx="9016181" cy="5525729"/>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4BC63078-43A9-D185-0C63-5A86BD7EAD3A}"/>
                </a:ext>
              </a:extLst>
            </p:cNvPr>
            <p:cNvSpPr/>
            <p:nvPr/>
          </p:nvSpPr>
          <p:spPr>
            <a:xfrm>
              <a:off x="1435017" y="688258"/>
              <a:ext cx="2192594" cy="5525729"/>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28" name="Group 27">
            <a:extLst>
              <a:ext uri="{FF2B5EF4-FFF2-40B4-BE49-F238E27FC236}">
                <a16:creationId xmlns:a16="http://schemas.microsoft.com/office/drawing/2014/main" id="{09F2A462-09B9-6EBF-B88C-982AD4849A3B}"/>
              </a:ext>
            </a:extLst>
          </p:cNvPr>
          <p:cNvGrpSpPr/>
          <p:nvPr/>
        </p:nvGrpSpPr>
        <p:grpSpPr>
          <a:xfrm>
            <a:off x="10870156" y="0"/>
            <a:ext cx="11995354" cy="6858000"/>
            <a:chOff x="1587909" y="688258"/>
            <a:chExt cx="10112478" cy="5525729"/>
          </a:xfrm>
        </p:grpSpPr>
        <p:sp>
          <p:nvSpPr>
            <p:cNvPr id="29" name="Rectangle 28">
              <a:extLst>
                <a:ext uri="{FF2B5EF4-FFF2-40B4-BE49-F238E27FC236}">
                  <a16:creationId xmlns:a16="http://schemas.microsoft.com/office/drawing/2014/main" id="{0BDD0B40-714A-37CE-8B1D-5A259FD7669F}"/>
                </a:ext>
              </a:extLst>
            </p:cNvPr>
            <p:cNvSpPr/>
            <p:nvPr/>
          </p:nvSpPr>
          <p:spPr>
            <a:xfrm>
              <a:off x="2684206" y="688258"/>
              <a:ext cx="9016181" cy="552572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E0F33759-929D-B99C-07CE-2D3EDB4242B4}"/>
                </a:ext>
              </a:extLst>
            </p:cNvPr>
            <p:cNvSpPr/>
            <p:nvPr/>
          </p:nvSpPr>
          <p:spPr>
            <a:xfrm>
              <a:off x="1587909" y="688258"/>
              <a:ext cx="2192594" cy="5525729"/>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31" name="Group 30">
            <a:extLst>
              <a:ext uri="{FF2B5EF4-FFF2-40B4-BE49-F238E27FC236}">
                <a16:creationId xmlns:a16="http://schemas.microsoft.com/office/drawing/2014/main" id="{242E933B-96D4-9AAD-D172-137F59423FD2}"/>
              </a:ext>
            </a:extLst>
          </p:cNvPr>
          <p:cNvGrpSpPr/>
          <p:nvPr/>
        </p:nvGrpSpPr>
        <p:grpSpPr>
          <a:xfrm>
            <a:off x="11148091" y="0"/>
            <a:ext cx="11995354" cy="6858000"/>
            <a:chOff x="1587909" y="688258"/>
            <a:chExt cx="10112478" cy="5525729"/>
          </a:xfrm>
          <a:solidFill>
            <a:srgbClr val="002060"/>
          </a:solidFill>
        </p:grpSpPr>
        <p:sp>
          <p:nvSpPr>
            <p:cNvPr id="32" name="Rectangle 31">
              <a:extLst>
                <a:ext uri="{FF2B5EF4-FFF2-40B4-BE49-F238E27FC236}">
                  <a16:creationId xmlns:a16="http://schemas.microsoft.com/office/drawing/2014/main" id="{05AB1F8A-DC31-E231-E263-B628D72EEFFC}"/>
                </a:ext>
              </a:extLst>
            </p:cNvPr>
            <p:cNvSpPr/>
            <p:nvPr/>
          </p:nvSpPr>
          <p:spPr>
            <a:xfrm>
              <a:off x="2684206" y="688258"/>
              <a:ext cx="9016181" cy="5525729"/>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B3EBEFE1-6C03-156D-8B27-E038C063247C}"/>
                </a:ext>
              </a:extLst>
            </p:cNvPr>
            <p:cNvSpPr/>
            <p:nvPr/>
          </p:nvSpPr>
          <p:spPr>
            <a:xfrm>
              <a:off x="1587909" y="688258"/>
              <a:ext cx="2192594" cy="552572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 name="Rectangle: Rounded Corners 2">
            <a:extLst>
              <a:ext uri="{FF2B5EF4-FFF2-40B4-BE49-F238E27FC236}">
                <a16:creationId xmlns:a16="http://schemas.microsoft.com/office/drawing/2014/main" id="{57A3B843-C68B-C94C-CE28-35A4A015A17E}"/>
              </a:ext>
            </a:extLst>
          </p:cNvPr>
          <p:cNvSpPr/>
          <p:nvPr/>
        </p:nvSpPr>
        <p:spPr>
          <a:xfrm>
            <a:off x="665745" y="153237"/>
            <a:ext cx="9933559" cy="6551525"/>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DC6BFC09-29B4-7355-B334-6A9354452A37}"/>
              </a:ext>
            </a:extLst>
          </p:cNvPr>
          <p:cNvSpPr txBox="1"/>
          <p:nvPr/>
        </p:nvSpPr>
        <p:spPr>
          <a:xfrm>
            <a:off x="3110470" y="633046"/>
            <a:ext cx="5173124"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PROBLEM STATEMENT</a:t>
            </a:r>
          </a:p>
        </p:txBody>
      </p:sp>
      <p:sp>
        <p:nvSpPr>
          <p:cNvPr id="5" name="TextBox 4">
            <a:extLst>
              <a:ext uri="{FF2B5EF4-FFF2-40B4-BE49-F238E27FC236}">
                <a16:creationId xmlns:a16="http://schemas.microsoft.com/office/drawing/2014/main" id="{B21DB44B-7972-F42A-40D0-AEDEF72BAFBE}"/>
              </a:ext>
            </a:extLst>
          </p:cNvPr>
          <p:cNvSpPr txBox="1"/>
          <p:nvPr/>
        </p:nvSpPr>
        <p:spPr>
          <a:xfrm>
            <a:off x="1164316" y="1288619"/>
            <a:ext cx="7244862"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EXISTING PROBLEMS</a:t>
            </a:r>
          </a:p>
        </p:txBody>
      </p:sp>
      <p:sp>
        <p:nvSpPr>
          <p:cNvPr id="6" name="TextBox 5">
            <a:extLst>
              <a:ext uri="{FF2B5EF4-FFF2-40B4-BE49-F238E27FC236}">
                <a16:creationId xmlns:a16="http://schemas.microsoft.com/office/drawing/2014/main" id="{703A05F3-1C60-8772-1D0A-089B6A3872A3}"/>
              </a:ext>
            </a:extLst>
          </p:cNvPr>
          <p:cNvSpPr txBox="1"/>
          <p:nvPr/>
        </p:nvSpPr>
        <p:spPr>
          <a:xfrm>
            <a:off x="1151866" y="1903521"/>
            <a:ext cx="7244862" cy="1631216"/>
          </a:xfrm>
          <a:prstGeom prst="rect">
            <a:avLst/>
          </a:prstGeom>
          <a:noFill/>
        </p:spPr>
        <p:txBody>
          <a:bodyPr wrap="square" rtlCol="0">
            <a:spAutoFit/>
          </a:bodyPr>
          <a:lstStyle/>
          <a:p>
            <a:pPr marL="285750" lvl="0" indent="-28575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Placement information is often managed manually. </a:t>
            </a:r>
          </a:p>
          <a:p>
            <a:pPr marL="285750" lvl="0" indent="-28575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Students find it difficult to track all recruitment drives. </a:t>
            </a:r>
          </a:p>
          <a:p>
            <a:pPr marL="285750" lvl="0" indent="-28575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Matching eligible students with company requirements takes time. </a:t>
            </a:r>
          </a:p>
          <a:p>
            <a:pPr marL="285750" lvl="0" indent="-28575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Managing student and company records becomes inefficient as data grows. </a:t>
            </a:r>
          </a:p>
        </p:txBody>
      </p:sp>
      <p:sp>
        <p:nvSpPr>
          <p:cNvPr id="7" name="TextBox 6">
            <a:extLst>
              <a:ext uri="{FF2B5EF4-FFF2-40B4-BE49-F238E27FC236}">
                <a16:creationId xmlns:a16="http://schemas.microsoft.com/office/drawing/2014/main" id="{6247A4EE-2E33-0B52-DFB5-4C15A06C976D}"/>
              </a:ext>
            </a:extLst>
          </p:cNvPr>
          <p:cNvSpPr txBox="1"/>
          <p:nvPr/>
        </p:nvSpPr>
        <p:spPr>
          <a:xfrm>
            <a:off x="1093477" y="3687974"/>
            <a:ext cx="3949002"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PROPOSED SOLUTION</a:t>
            </a:r>
          </a:p>
        </p:txBody>
      </p:sp>
      <p:sp>
        <p:nvSpPr>
          <p:cNvPr id="8" name="TextBox 7">
            <a:extLst>
              <a:ext uri="{FF2B5EF4-FFF2-40B4-BE49-F238E27FC236}">
                <a16:creationId xmlns:a16="http://schemas.microsoft.com/office/drawing/2014/main" id="{25FDADA4-A772-BD08-4F05-0F7DB8324D21}"/>
              </a:ext>
            </a:extLst>
          </p:cNvPr>
          <p:cNvSpPr txBox="1"/>
          <p:nvPr/>
        </p:nvSpPr>
        <p:spPr>
          <a:xfrm>
            <a:off x="1272796" y="4302876"/>
            <a:ext cx="7455877" cy="1323439"/>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Develop </a:t>
            </a:r>
            <a:r>
              <a:rPr lang="en-IN" sz="2000" b="1" dirty="0">
                <a:latin typeface="Times New Roman" panose="02020603050405020304" pitchFamily="18" charset="0"/>
                <a:cs typeface="Times New Roman" panose="02020603050405020304" pitchFamily="18" charset="0"/>
              </a:rPr>
              <a:t>Placement Hub</a:t>
            </a:r>
            <a:r>
              <a:rPr lang="en-IN" sz="2000" dirty="0">
                <a:latin typeface="Times New Roman" panose="02020603050405020304" pitchFamily="18" charset="0"/>
                <a:cs typeface="Times New Roman" panose="02020603050405020304" pitchFamily="18" charset="0"/>
              </a:rPr>
              <a:t>, a centralized platform that stores placement-related information and automatically helps match eligible students with suitable job opportunities using efficient DSA techniques.</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88015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00CF4-5FE0-6226-485A-FEA1CAFA4817}"/>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3C617AC3-91E7-9B92-0797-18CD9749C71A}"/>
              </a:ext>
            </a:extLst>
          </p:cNvPr>
          <p:cNvGrpSpPr/>
          <p:nvPr/>
        </p:nvGrpSpPr>
        <p:grpSpPr>
          <a:xfrm>
            <a:off x="-641758" y="0"/>
            <a:ext cx="11995354" cy="6858000"/>
            <a:chOff x="881107" y="688258"/>
            <a:chExt cx="10112478" cy="5525729"/>
          </a:xfrm>
        </p:grpSpPr>
        <p:sp>
          <p:nvSpPr>
            <p:cNvPr id="13" name="Rectangle 12">
              <a:extLst>
                <a:ext uri="{FF2B5EF4-FFF2-40B4-BE49-F238E27FC236}">
                  <a16:creationId xmlns:a16="http://schemas.microsoft.com/office/drawing/2014/main" id="{5675D159-6C10-1C14-4C24-5F120F79A362}"/>
                </a:ext>
              </a:extLst>
            </p:cNvPr>
            <p:cNvSpPr/>
            <p:nvPr/>
          </p:nvSpPr>
          <p:spPr>
            <a:xfrm>
              <a:off x="1977404" y="688258"/>
              <a:ext cx="9016181" cy="55257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Oval 13">
              <a:extLst>
                <a:ext uri="{FF2B5EF4-FFF2-40B4-BE49-F238E27FC236}">
                  <a16:creationId xmlns:a16="http://schemas.microsoft.com/office/drawing/2014/main" id="{77CA8A58-471F-55AA-E1D5-EEEF91A4D09C}"/>
                </a:ext>
              </a:extLst>
            </p:cNvPr>
            <p:cNvSpPr/>
            <p:nvPr/>
          </p:nvSpPr>
          <p:spPr>
            <a:xfrm>
              <a:off x="881107" y="688258"/>
              <a:ext cx="2192594" cy="552572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6" name="Group 15">
            <a:extLst>
              <a:ext uri="{FF2B5EF4-FFF2-40B4-BE49-F238E27FC236}">
                <a16:creationId xmlns:a16="http://schemas.microsoft.com/office/drawing/2014/main" id="{FF2851A6-1251-FFA7-F584-71535A1F4B71}"/>
              </a:ext>
            </a:extLst>
          </p:cNvPr>
          <p:cNvGrpSpPr/>
          <p:nvPr/>
        </p:nvGrpSpPr>
        <p:grpSpPr>
          <a:xfrm>
            <a:off x="-483428" y="0"/>
            <a:ext cx="11995354" cy="6858000"/>
            <a:chOff x="1587909" y="688258"/>
            <a:chExt cx="10112478" cy="5525729"/>
          </a:xfrm>
          <a:solidFill>
            <a:schemeClr val="accent2">
              <a:lumMod val="60000"/>
              <a:lumOff val="40000"/>
            </a:schemeClr>
          </a:solidFill>
        </p:grpSpPr>
        <p:sp>
          <p:nvSpPr>
            <p:cNvPr id="17" name="Rectangle 16">
              <a:extLst>
                <a:ext uri="{FF2B5EF4-FFF2-40B4-BE49-F238E27FC236}">
                  <a16:creationId xmlns:a16="http://schemas.microsoft.com/office/drawing/2014/main" id="{9EF2F15C-50C5-03A5-55A2-913620C1569B}"/>
                </a:ext>
              </a:extLst>
            </p:cNvPr>
            <p:cNvSpPr/>
            <p:nvPr/>
          </p:nvSpPr>
          <p:spPr>
            <a:xfrm>
              <a:off x="2684206" y="688258"/>
              <a:ext cx="9016181" cy="5525729"/>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53EB837E-AADB-C61D-CFEA-EACA54DC0AE6}"/>
                </a:ext>
              </a:extLst>
            </p:cNvPr>
            <p:cNvSpPr/>
            <p:nvPr/>
          </p:nvSpPr>
          <p:spPr>
            <a:xfrm>
              <a:off x="1587909" y="688258"/>
              <a:ext cx="2192594" cy="552572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9" name="Group 18">
            <a:extLst>
              <a:ext uri="{FF2B5EF4-FFF2-40B4-BE49-F238E27FC236}">
                <a16:creationId xmlns:a16="http://schemas.microsoft.com/office/drawing/2014/main" id="{7624F758-520D-37F3-33A5-E6B3A43DF332}"/>
              </a:ext>
            </a:extLst>
          </p:cNvPr>
          <p:cNvGrpSpPr/>
          <p:nvPr/>
        </p:nvGrpSpPr>
        <p:grpSpPr>
          <a:xfrm>
            <a:off x="-292511" y="0"/>
            <a:ext cx="11995354" cy="6858000"/>
            <a:chOff x="1587909" y="688258"/>
            <a:chExt cx="10112478" cy="5525729"/>
          </a:xfrm>
        </p:grpSpPr>
        <p:sp>
          <p:nvSpPr>
            <p:cNvPr id="20" name="Rectangle 19">
              <a:extLst>
                <a:ext uri="{FF2B5EF4-FFF2-40B4-BE49-F238E27FC236}">
                  <a16:creationId xmlns:a16="http://schemas.microsoft.com/office/drawing/2014/main" id="{5E6C48BF-8455-F9AF-2B23-C571385D2796}"/>
                </a:ext>
              </a:extLst>
            </p:cNvPr>
            <p:cNvSpPr/>
            <p:nvPr/>
          </p:nvSpPr>
          <p:spPr>
            <a:xfrm>
              <a:off x="2684206" y="688258"/>
              <a:ext cx="9016181" cy="552572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7FD049E0-447E-E58B-D3BF-DB0369AAB4B1}"/>
                </a:ext>
              </a:extLst>
            </p:cNvPr>
            <p:cNvSpPr/>
            <p:nvPr/>
          </p:nvSpPr>
          <p:spPr>
            <a:xfrm>
              <a:off x="1587909" y="688258"/>
              <a:ext cx="2192594" cy="5525729"/>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2" name="Group 21">
            <a:extLst>
              <a:ext uri="{FF2B5EF4-FFF2-40B4-BE49-F238E27FC236}">
                <a16:creationId xmlns:a16="http://schemas.microsoft.com/office/drawing/2014/main" id="{D56B19B5-79DC-CB1C-CD5D-623114302ED7}"/>
              </a:ext>
            </a:extLst>
          </p:cNvPr>
          <p:cNvGrpSpPr/>
          <p:nvPr/>
        </p:nvGrpSpPr>
        <p:grpSpPr>
          <a:xfrm>
            <a:off x="-102713" y="0"/>
            <a:ext cx="11995354" cy="6858000"/>
            <a:chOff x="1587909" y="688258"/>
            <a:chExt cx="10112478" cy="5525729"/>
          </a:xfrm>
        </p:grpSpPr>
        <p:sp>
          <p:nvSpPr>
            <p:cNvPr id="23" name="Rectangle 22">
              <a:extLst>
                <a:ext uri="{FF2B5EF4-FFF2-40B4-BE49-F238E27FC236}">
                  <a16:creationId xmlns:a16="http://schemas.microsoft.com/office/drawing/2014/main" id="{C1DDFC66-0F59-E9F9-2226-8D81647FB12B}"/>
                </a:ext>
              </a:extLst>
            </p:cNvPr>
            <p:cNvSpPr/>
            <p:nvPr/>
          </p:nvSpPr>
          <p:spPr>
            <a:xfrm>
              <a:off x="2684206" y="688258"/>
              <a:ext cx="9016181" cy="552572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88821B76-1625-0D03-B2D1-A037C6A6F866}"/>
                </a:ext>
              </a:extLst>
            </p:cNvPr>
            <p:cNvSpPr/>
            <p:nvPr/>
          </p:nvSpPr>
          <p:spPr>
            <a:xfrm>
              <a:off x="1587909" y="688258"/>
              <a:ext cx="2192594" cy="5525729"/>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5" name="Group 24">
            <a:extLst>
              <a:ext uri="{FF2B5EF4-FFF2-40B4-BE49-F238E27FC236}">
                <a16:creationId xmlns:a16="http://schemas.microsoft.com/office/drawing/2014/main" id="{9C320284-FFF9-73AC-3A19-A6DB27B8DF00}"/>
              </a:ext>
            </a:extLst>
          </p:cNvPr>
          <p:cNvGrpSpPr/>
          <p:nvPr/>
        </p:nvGrpSpPr>
        <p:grpSpPr>
          <a:xfrm>
            <a:off x="90569" y="0"/>
            <a:ext cx="12147779" cy="6858000"/>
            <a:chOff x="1459409" y="688258"/>
            <a:chExt cx="10240978" cy="5525729"/>
          </a:xfrm>
        </p:grpSpPr>
        <p:sp>
          <p:nvSpPr>
            <p:cNvPr id="26" name="Rectangle 25">
              <a:extLst>
                <a:ext uri="{FF2B5EF4-FFF2-40B4-BE49-F238E27FC236}">
                  <a16:creationId xmlns:a16="http://schemas.microsoft.com/office/drawing/2014/main" id="{9F992911-64C4-4D3B-C7A5-EEAAB7224174}"/>
                </a:ext>
              </a:extLst>
            </p:cNvPr>
            <p:cNvSpPr/>
            <p:nvPr/>
          </p:nvSpPr>
          <p:spPr>
            <a:xfrm>
              <a:off x="2684206" y="688258"/>
              <a:ext cx="9016181" cy="5525729"/>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EE326DD2-3E72-8D45-2F23-4604E19EB193}"/>
                </a:ext>
              </a:extLst>
            </p:cNvPr>
            <p:cNvSpPr/>
            <p:nvPr/>
          </p:nvSpPr>
          <p:spPr>
            <a:xfrm>
              <a:off x="1459409" y="688258"/>
              <a:ext cx="2192594" cy="5525729"/>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28" name="Group 27">
            <a:extLst>
              <a:ext uri="{FF2B5EF4-FFF2-40B4-BE49-F238E27FC236}">
                <a16:creationId xmlns:a16="http://schemas.microsoft.com/office/drawing/2014/main" id="{E96584B1-3624-933F-9773-15427D622BB4}"/>
              </a:ext>
            </a:extLst>
          </p:cNvPr>
          <p:cNvGrpSpPr/>
          <p:nvPr/>
        </p:nvGrpSpPr>
        <p:grpSpPr>
          <a:xfrm>
            <a:off x="10870156" y="0"/>
            <a:ext cx="11995354" cy="6858000"/>
            <a:chOff x="1587909" y="688258"/>
            <a:chExt cx="10112478" cy="5525729"/>
          </a:xfrm>
        </p:grpSpPr>
        <p:sp>
          <p:nvSpPr>
            <p:cNvPr id="29" name="Rectangle 28">
              <a:extLst>
                <a:ext uri="{FF2B5EF4-FFF2-40B4-BE49-F238E27FC236}">
                  <a16:creationId xmlns:a16="http://schemas.microsoft.com/office/drawing/2014/main" id="{F75F6DD7-B3E4-4BB4-5342-E51E57D3859C}"/>
                </a:ext>
              </a:extLst>
            </p:cNvPr>
            <p:cNvSpPr/>
            <p:nvPr/>
          </p:nvSpPr>
          <p:spPr>
            <a:xfrm>
              <a:off x="2684206" y="688258"/>
              <a:ext cx="9016181" cy="552572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00673E33-0FD5-92D1-D361-AF50DC65E91A}"/>
                </a:ext>
              </a:extLst>
            </p:cNvPr>
            <p:cNvSpPr/>
            <p:nvPr/>
          </p:nvSpPr>
          <p:spPr>
            <a:xfrm>
              <a:off x="1587909" y="688258"/>
              <a:ext cx="2192594" cy="5525729"/>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31" name="Group 30">
            <a:extLst>
              <a:ext uri="{FF2B5EF4-FFF2-40B4-BE49-F238E27FC236}">
                <a16:creationId xmlns:a16="http://schemas.microsoft.com/office/drawing/2014/main" id="{29A4E3E0-3CB3-720D-97B5-31ABFEDBE9F0}"/>
              </a:ext>
            </a:extLst>
          </p:cNvPr>
          <p:cNvGrpSpPr/>
          <p:nvPr/>
        </p:nvGrpSpPr>
        <p:grpSpPr>
          <a:xfrm>
            <a:off x="11148091" y="0"/>
            <a:ext cx="11995354" cy="6858000"/>
            <a:chOff x="1587909" y="688258"/>
            <a:chExt cx="10112478" cy="5525729"/>
          </a:xfrm>
          <a:solidFill>
            <a:srgbClr val="002060"/>
          </a:solidFill>
        </p:grpSpPr>
        <p:sp>
          <p:nvSpPr>
            <p:cNvPr id="32" name="Rectangle 31">
              <a:extLst>
                <a:ext uri="{FF2B5EF4-FFF2-40B4-BE49-F238E27FC236}">
                  <a16:creationId xmlns:a16="http://schemas.microsoft.com/office/drawing/2014/main" id="{6892C7B2-A18A-B020-29B3-63A5EC0C9106}"/>
                </a:ext>
              </a:extLst>
            </p:cNvPr>
            <p:cNvSpPr/>
            <p:nvPr/>
          </p:nvSpPr>
          <p:spPr>
            <a:xfrm>
              <a:off x="2684206" y="688258"/>
              <a:ext cx="9016181" cy="5525729"/>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CFBCE91A-BD0F-776D-3AD7-8109EB9E7C20}"/>
                </a:ext>
              </a:extLst>
            </p:cNvPr>
            <p:cNvSpPr/>
            <p:nvPr/>
          </p:nvSpPr>
          <p:spPr>
            <a:xfrm>
              <a:off x="1587909" y="688258"/>
              <a:ext cx="2192594" cy="552572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 name="Rectangle: Rounded Corners 2">
            <a:extLst>
              <a:ext uri="{FF2B5EF4-FFF2-40B4-BE49-F238E27FC236}">
                <a16:creationId xmlns:a16="http://schemas.microsoft.com/office/drawing/2014/main" id="{FC47901A-CC92-FA6C-4850-C6289C1DEEDB}"/>
              </a:ext>
            </a:extLst>
          </p:cNvPr>
          <p:cNvSpPr/>
          <p:nvPr/>
        </p:nvSpPr>
        <p:spPr>
          <a:xfrm>
            <a:off x="763743" y="153237"/>
            <a:ext cx="9933559" cy="6551525"/>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C2E0F748-B931-EDFD-102A-DA91EE3FAF38}"/>
              </a:ext>
            </a:extLst>
          </p:cNvPr>
          <p:cNvSpPr txBox="1"/>
          <p:nvPr/>
        </p:nvSpPr>
        <p:spPr>
          <a:xfrm>
            <a:off x="2551071" y="532562"/>
            <a:ext cx="8072858"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PROPOSED FUNCTIONALITIES</a:t>
            </a:r>
          </a:p>
        </p:txBody>
      </p:sp>
      <p:sp>
        <p:nvSpPr>
          <p:cNvPr id="5" name="TextBox 4">
            <a:extLst>
              <a:ext uri="{FF2B5EF4-FFF2-40B4-BE49-F238E27FC236}">
                <a16:creationId xmlns:a16="http://schemas.microsoft.com/office/drawing/2014/main" id="{2A6ED264-74D8-EB2B-7CFD-D4B9507DBE9A}"/>
              </a:ext>
            </a:extLst>
          </p:cNvPr>
          <p:cNvSpPr txBox="1"/>
          <p:nvPr/>
        </p:nvSpPr>
        <p:spPr>
          <a:xfrm>
            <a:off x="1494698" y="1496662"/>
            <a:ext cx="7616651" cy="4524315"/>
          </a:xfrm>
          <a:prstGeom prst="rect">
            <a:avLst/>
          </a:prstGeom>
          <a:noFill/>
        </p:spPr>
        <p:txBody>
          <a:bodyPr wrap="square" rtlCol="0">
            <a:spAutoFit/>
          </a:bodyPr>
          <a:lstStyle/>
          <a:p>
            <a:pPr marL="457200" indent="-457200">
              <a:buFont typeface="Wingdings" panose="05000000000000000000" pitchFamily="2" charset="2"/>
              <a:buChar char="ü"/>
            </a:pPr>
            <a:r>
              <a:rPr lang="en-IN" sz="3200" dirty="0">
                <a:latin typeface="Times New Roman" panose="02020603050405020304" pitchFamily="18" charset="0"/>
                <a:cs typeface="Times New Roman" panose="02020603050405020304" pitchFamily="18" charset="0"/>
              </a:rPr>
              <a:t>Student Registration &amp; Login</a:t>
            </a:r>
          </a:p>
          <a:p>
            <a:pPr marL="457200" indent="-457200">
              <a:buFont typeface="Wingdings" panose="05000000000000000000" pitchFamily="2" charset="2"/>
              <a:buChar char="ü"/>
            </a:pPr>
            <a:r>
              <a:rPr lang="en-IN" sz="3200" dirty="0">
                <a:latin typeface="Times New Roman" panose="02020603050405020304" pitchFamily="18" charset="0"/>
                <a:cs typeface="Times New Roman" panose="02020603050405020304" pitchFamily="18" charset="0"/>
              </a:rPr>
              <a:t>Student Profile Management</a:t>
            </a:r>
          </a:p>
          <a:p>
            <a:pPr marL="457200" indent="-457200">
              <a:buFont typeface="Wingdings" panose="05000000000000000000" pitchFamily="2" charset="2"/>
              <a:buChar char="ü"/>
            </a:pPr>
            <a:r>
              <a:rPr lang="en-IN" sz="3200" dirty="0">
                <a:latin typeface="Times New Roman" panose="02020603050405020304" pitchFamily="18" charset="0"/>
                <a:cs typeface="Times New Roman" panose="02020603050405020304" pitchFamily="18" charset="0"/>
              </a:rPr>
              <a:t>Company Profile Management</a:t>
            </a:r>
          </a:p>
          <a:p>
            <a:pPr marL="457200" indent="-457200">
              <a:buFont typeface="Wingdings" panose="05000000000000000000" pitchFamily="2" charset="2"/>
              <a:buChar char="ü"/>
            </a:pPr>
            <a:r>
              <a:rPr lang="en-IN" sz="3200" dirty="0">
                <a:latin typeface="Times New Roman" panose="02020603050405020304" pitchFamily="18" charset="0"/>
                <a:cs typeface="Times New Roman" panose="02020603050405020304" pitchFamily="18" charset="0"/>
              </a:rPr>
              <a:t>Recruitment Drive Management</a:t>
            </a:r>
          </a:p>
          <a:p>
            <a:pPr marL="457200" indent="-457200">
              <a:buFont typeface="Wingdings" panose="05000000000000000000" pitchFamily="2" charset="2"/>
              <a:buChar char="ü"/>
            </a:pPr>
            <a:r>
              <a:rPr lang="en-IN" sz="3200" dirty="0">
                <a:latin typeface="Times New Roman" panose="02020603050405020304" pitchFamily="18" charset="0"/>
                <a:cs typeface="Times New Roman" panose="02020603050405020304" pitchFamily="18" charset="0"/>
              </a:rPr>
              <a:t>Eligibility Checking</a:t>
            </a:r>
          </a:p>
          <a:p>
            <a:pPr marL="457200" indent="-457200">
              <a:buFont typeface="Wingdings" panose="05000000000000000000" pitchFamily="2" charset="2"/>
              <a:buChar char="ü"/>
            </a:pPr>
            <a:r>
              <a:rPr lang="en-IN" sz="3200" dirty="0">
                <a:latin typeface="Times New Roman" panose="02020603050405020304" pitchFamily="18" charset="0"/>
                <a:cs typeface="Times New Roman" panose="02020603050405020304" pitchFamily="18" charset="0"/>
              </a:rPr>
              <a:t>Search Companies &amp; Jobs</a:t>
            </a:r>
          </a:p>
          <a:p>
            <a:pPr marL="457200" indent="-457200">
              <a:buFont typeface="Wingdings" panose="05000000000000000000" pitchFamily="2" charset="2"/>
              <a:buChar char="ü"/>
            </a:pPr>
            <a:r>
              <a:rPr lang="en-IN" sz="3200" dirty="0">
                <a:latin typeface="Times New Roman" panose="02020603050405020304" pitchFamily="18" charset="0"/>
                <a:cs typeface="Times New Roman" panose="02020603050405020304" pitchFamily="18" charset="0"/>
              </a:rPr>
              <a:t>Sort Students based on CGPA</a:t>
            </a:r>
          </a:p>
          <a:p>
            <a:pPr marL="457200" indent="-457200">
              <a:buFont typeface="Wingdings" panose="05000000000000000000" pitchFamily="2" charset="2"/>
              <a:buChar char="ü"/>
            </a:pPr>
            <a:r>
              <a:rPr lang="en-IN" sz="3200" dirty="0">
                <a:latin typeface="Times New Roman" panose="02020603050405020304" pitchFamily="18" charset="0"/>
                <a:cs typeface="Times New Roman" panose="02020603050405020304" pitchFamily="18" charset="0"/>
              </a:rPr>
              <a:t>Job Application Tracking</a:t>
            </a:r>
          </a:p>
          <a:p>
            <a:pPr marL="457200" indent="-457200">
              <a:buFont typeface="Wingdings" panose="05000000000000000000" pitchFamily="2" charset="2"/>
              <a:buChar char="ü"/>
            </a:pPr>
            <a:r>
              <a:rPr lang="en-IN" sz="3200" dirty="0">
                <a:latin typeface="Times New Roman" panose="02020603050405020304" pitchFamily="18" charset="0"/>
                <a:cs typeface="Times New Roman" panose="02020603050405020304" pitchFamily="18" charset="0"/>
              </a:rPr>
              <a:t>Student–Company Matching</a:t>
            </a:r>
          </a:p>
        </p:txBody>
      </p:sp>
    </p:spTree>
    <p:extLst>
      <p:ext uri="{BB962C8B-B14F-4D97-AF65-F5344CB8AC3E}">
        <p14:creationId xmlns:p14="http://schemas.microsoft.com/office/powerpoint/2010/main" val="29219846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5EC13-865A-D6B0-67AC-16F96192F8A3}"/>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A5D72DBB-8849-C47D-BEE3-1769794A1061}"/>
              </a:ext>
            </a:extLst>
          </p:cNvPr>
          <p:cNvGrpSpPr/>
          <p:nvPr/>
        </p:nvGrpSpPr>
        <p:grpSpPr>
          <a:xfrm>
            <a:off x="-641758" y="0"/>
            <a:ext cx="11995354" cy="6858000"/>
            <a:chOff x="881107" y="688258"/>
            <a:chExt cx="10112478" cy="5525729"/>
          </a:xfrm>
        </p:grpSpPr>
        <p:sp>
          <p:nvSpPr>
            <p:cNvPr id="13" name="Rectangle 12">
              <a:extLst>
                <a:ext uri="{FF2B5EF4-FFF2-40B4-BE49-F238E27FC236}">
                  <a16:creationId xmlns:a16="http://schemas.microsoft.com/office/drawing/2014/main" id="{7B6D0B6F-43F5-53B4-FC67-D0043ACBEE54}"/>
                </a:ext>
              </a:extLst>
            </p:cNvPr>
            <p:cNvSpPr/>
            <p:nvPr/>
          </p:nvSpPr>
          <p:spPr>
            <a:xfrm>
              <a:off x="1977404" y="688258"/>
              <a:ext cx="9016181" cy="55257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Oval 13">
              <a:extLst>
                <a:ext uri="{FF2B5EF4-FFF2-40B4-BE49-F238E27FC236}">
                  <a16:creationId xmlns:a16="http://schemas.microsoft.com/office/drawing/2014/main" id="{B0638040-753B-6607-6B06-80721E1134A4}"/>
                </a:ext>
              </a:extLst>
            </p:cNvPr>
            <p:cNvSpPr/>
            <p:nvPr/>
          </p:nvSpPr>
          <p:spPr>
            <a:xfrm>
              <a:off x="881107" y="688258"/>
              <a:ext cx="2192594" cy="552572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6" name="Group 15">
            <a:extLst>
              <a:ext uri="{FF2B5EF4-FFF2-40B4-BE49-F238E27FC236}">
                <a16:creationId xmlns:a16="http://schemas.microsoft.com/office/drawing/2014/main" id="{CAFC21CD-4847-A928-255F-E044D3ADE885}"/>
              </a:ext>
            </a:extLst>
          </p:cNvPr>
          <p:cNvGrpSpPr/>
          <p:nvPr/>
        </p:nvGrpSpPr>
        <p:grpSpPr>
          <a:xfrm>
            <a:off x="-378412" y="0"/>
            <a:ext cx="11995354" cy="6858000"/>
            <a:chOff x="1587909" y="688258"/>
            <a:chExt cx="10112478" cy="5525729"/>
          </a:xfrm>
          <a:solidFill>
            <a:schemeClr val="accent2">
              <a:lumMod val="60000"/>
              <a:lumOff val="40000"/>
            </a:schemeClr>
          </a:solidFill>
        </p:grpSpPr>
        <p:sp>
          <p:nvSpPr>
            <p:cNvPr id="17" name="Rectangle 16">
              <a:extLst>
                <a:ext uri="{FF2B5EF4-FFF2-40B4-BE49-F238E27FC236}">
                  <a16:creationId xmlns:a16="http://schemas.microsoft.com/office/drawing/2014/main" id="{AA8FDFAA-67AF-3574-A150-BF7145AEDC65}"/>
                </a:ext>
              </a:extLst>
            </p:cNvPr>
            <p:cNvSpPr/>
            <p:nvPr/>
          </p:nvSpPr>
          <p:spPr>
            <a:xfrm>
              <a:off x="2684206" y="688258"/>
              <a:ext cx="9016181" cy="5525729"/>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634E80B4-BD29-0E08-BB1C-8658AD3B84B1}"/>
                </a:ext>
              </a:extLst>
            </p:cNvPr>
            <p:cNvSpPr/>
            <p:nvPr/>
          </p:nvSpPr>
          <p:spPr>
            <a:xfrm>
              <a:off x="1587909" y="688258"/>
              <a:ext cx="2192594" cy="552572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9" name="Group 18">
            <a:extLst>
              <a:ext uri="{FF2B5EF4-FFF2-40B4-BE49-F238E27FC236}">
                <a16:creationId xmlns:a16="http://schemas.microsoft.com/office/drawing/2014/main" id="{619E2D48-874F-CFF2-66F1-606FB01735D1}"/>
              </a:ext>
            </a:extLst>
          </p:cNvPr>
          <p:cNvGrpSpPr/>
          <p:nvPr/>
        </p:nvGrpSpPr>
        <p:grpSpPr>
          <a:xfrm>
            <a:off x="-102713" y="0"/>
            <a:ext cx="11995354" cy="6858000"/>
            <a:chOff x="1587909" y="688258"/>
            <a:chExt cx="10112478" cy="5525729"/>
          </a:xfrm>
        </p:grpSpPr>
        <p:sp>
          <p:nvSpPr>
            <p:cNvPr id="20" name="Rectangle 19">
              <a:extLst>
                <a:ext uri="{FF2B5EF4-FFF2-40B4-BE49-F238E27FC236}">
                  <a16:creationId xmlns:a16="http://schemas.microsoft.com/office/drawing/2014/main" id="{4D13DABF-5E7C-7001-9E61-15158975DF49}"/>
                </a:ext>
              </a:extLst>
            </p:cNvPr>
            <p:cNvSpPr/>
            <p:nvPr/>
          </p:nvSpPr>
          <p:spPr>
            <a:xfrm>
              <a:off x="2684206" y="688258"/>
              <a:ext cx="9016181" cy="552572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C3DDE976-DB0D-DA7B-DDFA-93AB9D4499FF}"/>
                </a:ext>
              </a:extLst>
            </p:cNvPr>
            <p:cNvSpPr/>
            <p:nvPr/>
          </p:nvSpPr>
          <p:spPr>
            <a:xfrm>
              <a:off x="1587909" y="688258"/>
              <a:ext cx="2192594" cy="5525729"/>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22" name="Group 21">
            <a:extLst>
              <a:ext uri="{FF2B5EF4-FFF2-40B4-BE49-F238E27FC236}">
                <a16:creationId xmlns:a16="http://schemas.microsoft.com/office/drawing/2014/main" id="{5DF8536C-3CA9-BEA2-F8E8-60E2C1D55506}"/>
              </a:ext>
            </a:extLst>
          </p:cNvPr>
          <p:cNvGrpSpPr/>
          <p:nvPr/>
        </p:nvGrpSpPr>
        <p:grpSpPr>
          <a:xfrm>
            <a:off x="175221" y="0"/>
            <a:ext cx="11995354" cy="6858000"/>
            <a:chOff x="1587909" y="688258"/>
            <a:chExt cx="10112478" cy="5525729"/>
          </a:xfrm>
        </p:grpSpPr>
        <p:sp>
          <p:nvSpPr>
            <p:cNvPr id="23" name="Rectangle 22">
              <a:extLst>
                <a:ext uri="{FF2B5EF4-FFF2-40B4-BE49-F238E27FC236}">
                  <a16:creationId xmlns:a16="http://schemas.microsoft.com/office/drawing/2014/main" id="{0BF74EA9-A187-CEEB-0F95-2C214BAA8970}"/>
                </a:ext>
              </a:extLst>
            </p:cNvPr>
            <p:cNvSpPr/>
            <p:nvPr/>
          </p:nvSpPr>
          <p:spPr>
            <a:xfrm>
              <a:off x="2684206" y="688258"/>
              <a:ext cx="9016181" cy="552572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365AECCF-F99E-7372-1CC8-E010EE1FB0DD}"/>
                </a:ext>
              </a:extLst>
            </p:cNvPr>
            <p:cNvSpPr/>
            <p:nvPr/>
          </p:nvSpPr>
          <p:spPr>
            <a:xfrm>
              <a:off x="1587909" y="688258"/>
              <a:ext cx="2192594" cy="5525729"/>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25" name="Group 24">
            <a:extLst>
              <a:ext uri="{FF2B5EF4-FFF2-40B4-BE49-F238E27FC236}">
                <a16:creationId xmlns:a16="http://schemas.microsoft.com/office/drawing/2014/main" id="{DD70E8F6-7F1E-BF91-7F83-A43FD052FD54}"/>
              </a:ext>
            </a:extLst>
          </p:cNvPr>
          <p:cNvGrpSpPr/>
          <p:nvPr/>
        </p:nvGrpSpPr>
        <p:grpSpPr>
          <a:xfrm>
            <a:off x="456818" y="0"/>
            <a:ext cx="12176713" cy="6858000"/>
            <a:chOff x="1435017" y="688258"/>
            <a:chExt cx="10265370" cy="5525729"/>
          </a:xfrm>
        </p:grpSpPr>
        <p:sp>
          <p:nvSpPr>
            <p:cNvPr id="26" name="Rectangle 25">
              <a:extLst>
                <a:ext uri="{FF2B5EF4-FFF2-40B4-BE49-F238E27FC236}">
                  <a16:creationId xmlns:a16="http://schemas.microsoft.com/office/drawing/2014/main" id="{16C911F8-A2BB-997A-FF8F-B853A5ADAE19}"/>
                </a:ext>
              </a:extLst>
            </p:cNvPr>
            <p:cNvSpPr/>
            <p:nvPr/>
          </p:nvSpPr>
          <p:spPr>
            <a:xfrm>
              <a:off x="2684206" y="688258"/>
              <a:ext cx="9016181" cy="5525729"/>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A0D76FA0-F51D-FDED-3DC9-8C1702376DA8}"/>
                </a:ext>
              </a:extLst>
            </p:cNvPr>
            <p:cNvSpPr/>
            <p:nvPr/>
          </p:nvSpPr>
          <p:spPr>
            <a:xfrm>
              <a:off x="1435017" y="688258"/>
              <a:ext cx="2192594" cy="5525729"/>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28" name="Group 27">
            <a:extLst>
              <a:ext uri="{FF2B5EF4-FFF2-40B4-BE49-F238E27FC236}">
                <a16:creationId xmlns:a16="http://schemas.microsoft.com/office/drawing/2014/main" id="{19985DA9-D160-31CB-F6B2-84719BC612FC}"/>
              </a:ext>
            </a:extLst>
          </p:cNvPr>
          <p:cNvGrpSpPr/>
          <p:nvPr/>
        </p:nvGrpSpPr>
        <p:grpSpPr>
          <a:xfrm>
            <a:off x="658662" y="0"/>
            <a:ext cx="11995354" cy="6858000"/>
            <a:chOff x="1587909" y="688258"/>
            <a:chExt cx="10112478" cy="5525729"/>
          </a:xfrm>
        </p:grpSpPr>
        <p:sp>
          <p:nvSpPr>
            <p:cNvPr id="29" name="Rectangle 28">
              <a:extLst>
                <a:ext uri="{FF2B5EF4-FFF2-40B4-BE49-F238E27FC236}">
                  <a16:creationId xmlns:a16="http://schemas.microsoft.com/office/drawing/2014/main" id="{C0906F72-6671-1FA9-DAF4-7D57B266DE68}"/>
                </a:ext>
              </a:extLst>
            </p:cNvPr>
            <p:cNvSpPr/>
            <p:nvPr/>
          </p:nvSpPr>
          <p:spPr>
            <a:xfrm>
              <a:off x="2684206" y="688258"/>
              <a:ext cx="9016181" cy="552572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ECA13D55-A492-0525-608D-73B548E37346}"/>
                </a:ext>
              </a:extLst>
            </p:cNvPr>
            <p:cNvSpPr/>
            <p:nvPr/>
          </p:nvSpPr>
          <p:spPr>
            <a:xfrm>
              <a:off x="1587909" y="688258"/>
              <a:ext cx="2192594" cy="5525729"/>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31" name="Group 30">
            <a:extLst>
              <a:ext uri="{FF2B5EF4-FFF2-40B4-BE49-F238E27FC236}">
                <a16:creationId xmlns:a16="http://schemas.microsoft.com/office/drawing/2014/main" id="{5505ED49-9C95-462F-1CC3-7AAD554B069B}"/>
              </a:ext>
            </a:extLst>
          </p:cNvPr>
          <p:cNvGrpSpPr/>
          <p:nvPr/>
        </p:nvGrpSpPr>
        <p:grpSpPr>
          <a:xfrm>
            <a:off x="11148091" y="0"/>
            <a:ext cx="11995354" cy="6858000"/>
            <a:chOff x="1587909" y="688258"/>
            <a:chExt cx="10112478" cy="5525729"/>
          </a:xfrm>
          <a:solidFill>
            <a:srgbClr val="002060"/>
          </a:solidFill>
        </p:grpSpPr>
        <p:sp>
          <p:nvSpPr>
            <p:cNvPr id="32" name="Rectangle 31">
              <a:extLst>
                <a:ext uri="{FF2B5EF4-FFF2-40B4-BE49-F238E27FC236}">
                  <a16:creationId xmlns:a16="http://schemas.microsoft.com/office/drawing/2014/main" id="{CA3775D9-C657-81DB-65CB-6825EA61759D}"/>
                </a:ext>
              </a:extLst>
            </p:cNvPr>
            <p:cNvSpPr/>
            <p:nvPr/>
          </p:nvSpPr>
          <p:spPr>
            <a:xfrm>
              <a:off x="2684206" y="688258"/>
              <a:ext cx="9016181" cy="5525729"/>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DEEB3266-2CA3-F59E-6EB9-7FDB75E56DA3}"/>
                </a:ext>
              </a:extLst>
            </p:cNvPr>
            <p:cNvSpPr/>
            <p:nvPr/>
          </p:nvSpPr>
          <p:spPr>
            <a:xfrm>
              <a:off x="1587909" y="688258"/>
              <a:ext cx="2192594" cy="552572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 name="Rectangle: Rounded Corners 2">
            <a:extLst>
              <a:ext uri="{FF2B5EF4-FFF2-40B4-BE49-F238E27FC236}">
                <a16:creationId xmlns:a16="http://schemas.microsoft.com/office/drawing/2014/main" id="{4BDDDCC1-7D04-5E27-BF86-A0A09A7CC7B3}"/>
              </a:ext>
            </a:extLst>
          </p:cNvPr>
          <p:cNvSpPr/>
          <p:nvPr/>
        </p:nvSpPr>
        <p:spPr>
          <a:xfrm>
            <a:off x="1231197" y="153236"/>
            <a:ext cx="9796588" cy="6551525"/>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5F9D23DB-5BDA-F0CC-ACCD-3B98151FBBFB}"/>
              </a:ext>
            </a:extLst>
          </p:cNvPr>
          <p:cNvSpPr txBox="1"/>
          <p:nvPr/>
        </p:nvSpPr>
        <p:spPr>
          <a:xfrm>
            <a:off x="3279986" y="512465"/>
            <a:ext cx="6806647"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TOOLS AND TECHNOLOGIES</a:t>
            </a:r>
          </a:p>
        </p:txBody>
      </p:sp>
      <p:sp>
        <p:nvSpPr>
          <p:cNvPr id="5" name="TextBox 4">
            <a:extLst>
              <a:ext uri="{FF2B5EF4-FFF2-40B4-BE49-F238E27FC236}">
                <a16:creationId xmlns:a16="http://schemas.microsoft.com/office/drawing/2014/main" id="{EA29F180-8ED6-1EBA-E1F4-212EDA8B1BC5}"/>
              </a:ext>
            </a:extLst>
          </p:cNvPr>
          <p:cNvSpPr txBox="1"/>
          <p:nvPr/>
        </p:nvSpPr>
        <p:spPr>
          <a:xfrm>
            <a:off x="10796953" y="2773345"/>
            <a:ext cx="914400" cy="914400"/>
          </a:xfrm>
          <a:prstGeom prst="rect">
            <a:avLst/>
          </a:prstGeom>
          <a:noFill/>
        </p:spPr>
        <p:txBody>
          <a:bodyPr wrap="square" rtlCol="0">
            <a:spAutoFit/>
          </a:bodyPr>
          <a:lstStyle/>
          <a:p>
            <a:endParaRPr lang="en-IN" dirty="0"/>
          </a:p>
        </p:txBody>
      </p:sp>
      <p:sp>
        <p:nvSpPr>
          <p:cNvPr id="6" name="TextBox 5">
            <a:extLst>
              <a:ext uri="{FF2B5EF4-FFF2-40B4-BE49-F238E27FC236}">
                <a16:creationId xmlns:a16="http://schemas.microsoft.com/office/drawing/2014/main" id="{11E93C46-EE05-8C69-632B-70B50BF4FF2B}"/>
              </a:ext>
            </a:extLst>
          </p:cNvPr>
          <p:cNvSpPr txBox="1"/>
          <p:nvPr/>
        </p:nvSpPr>
        <p:spPr>
          <a:xfrm>
            <a:off x="2049964" y="1456469"/>
            <a:ext cx="3160067" cy="4154984"/>
          </a:xfrm>
          <a:prstGeom prst="rect">
            <a:avLst/>
          </a:prstGeom>
          <a:noFill/>
        </p:spPr>
        <p:txBody>
          <a:bodyPr wrap="square" rtlCol="0">
            <a:spAutoFit/>
          </a:bodyPr>
          <a:lstStyle/>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Programming Language</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Java</a:t>
            </a:r>
          </a:p>
          <a:p>
            <a:endParaRPr lang="en-IN"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Database</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MySQL</a:t>
            </a:r>
          </a:p>
          <a:p>
            <a:endParaRPr lang="en-IN"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Frontend</a:t>
            </a: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HTML </a:t>
            </a: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CSS </a:t>
            </a: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JavaScript</a:t>
            </a:r>
          </a:p>
        </p:txBody>
      </p:sp>
      <p:sp>
        <p:nvSpPr>
          <p:cNvPr id="7" name="TextBox 6">
            <a:extLst>
              <a:ext uri="{FF2B5EF4-FFF2-40B4-BE49-F238E27FC236}">
                <a16:creationId xmlns:a16="http://schemas.microsoft.com/office/drawing/2014/main" id="{07B57A69-C2A8-B406-6F85-646C171CED63}"/>
              </a:ext>
            </a:extLst>
          </p:cNvPr>
          <p:cNvSpPr txBox="1"/>
          <p:nvPr/>
        </p:nvSpPr>
        <p:spPr>
          <a:xfrm>
            <a:off x="5971406" y="1456469"/>
            <a:ext cx="4415310" cy="3785652"/>
          </a:xfrm>
          <a:prstGeom prst="rect">
            <a:avLst/>
          </a:prstGeom>
          <a:noFill/>
        </p:spPr>
        <p:txBody>
          <a:bodyPr wrap="square" rtlCol="0">
            <a:spAutoFit/>
          </a:bodyPr>
          <a:lstStyle/>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Backend</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Java (JDBC)</a:t>
            </a:r>
          </a:p>
          <a:p>
            <a:endParaRPr lang="en-IN"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DSA Concepts Used</a:t>
            </a: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Arrays </a:t>
            </a: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Linked Lists </a:t>
            </a: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Searching Algorithms </a:t>
            </a: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Sorting Algorithms </a:t>
            </a: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HashMap (for efficient data retrieval)</a:t>
            </a:r>
          </a:p>
        </p:txBody>
      </p:sp>
    </p:spTree>
    <p:extLst>
      <p:ext uri="{BB962C8B-B14F-4D97-AF65-F5344CB8AC3E}">
        <p14:creationId xmlns:p14="http://schemas.microsoft.com/office/powerpoint/2010/main" val="11182571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FC4ED-7776-579D-3CCA-8F417DC81BA6}"/>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4613DA2B-2DF2-BD41-9B68-2A954D3AE7FD}"/>
              </a:ext>
            </a:extLst>
          </p:cNvPr>
          <p:cNvGrpSpPr/>
          <p:nvPr/>
        </p:nvGrpSpPr>
        <p:grpSpPr>
          <a:xfrm>
            <a:off x="-641758" y="0"/>
            <a:ext cx="11995354" cy="6858000"/>
            <a:chOff x="881107" y="688258"/>
            <a:chExt cx="10112478" cy="5525729"/>
          </a:xfrm>
        </p:grpSpPr>
        <p:sp>
          <p:nvSpPr>
            <p:cNvPr id="13" name="Rectangle 12">
              <a:extLst>
                <a:ext uri="{FF2B5EF4-FFF2-40B4-BE49-F238E27FC236}">
                  <a16:creationId xmlns:a16="http://schemas.microsoft.com/office/drawing/2014/main" id="{6A9C6C39-2B94-F7A1-D824-B50545602052}"/>
                </a:ext>
              </a:extLst>
            </p:cNvPr>
            <p:cNvSpPr/>
            <p:nvPr/>
          </p:nvSpPr>
          <p:spPr>
            <a:xfrm>
              <a:off x="1977404" y="688258"/>
              <a:ext cx="9016181" cy="55257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Oval 13">
              <a:extLst>
                <a:ext uri="{FF2B5EF4-FFF2-40B4-BE49-F238E27FC236}">
                  <a16:creationId xmlns:a16="http://schemas.microsoft.com/office/drawing/2014/main" id="{C07CF7D4-928F-4C30-155C-94FA6E94AAB0}"/>
                </a:ext>
              </a:extLst>
            </p:cNvPr>
            <p:cNvSpPr/>
            <p:nvPr/>
          </p:nvSpPr>
          <p:spPr>
            <a:xfrm>
              <a:off x="881107" y="688258"/>
              <a:ext cx="2192594" cy="552572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6" name="Group 15">
            <a:extLst>
              <a:ext uri="{FF2B5EF4-FFF2-40B4-BE49-F238E27FC236}">
                <a16:creationId xmlns:a16="http://schemas.microsoft.com/office/drawing/2014/main" id="{0D3066D3-FB44-616C-B8BD-23D4EDA803B3}"/>
              </a:ext>
            </a:extLst>
          </p:cNvPr>
          <p:cNvGrpSpPr/>
          <p:nvPr/>
        </p:nvGrpSpPr>
        <p:grpSpPr>
          <a:xfrm>
            <a:off x="-462016" y="0"/>
            <a:ext cx="11995354" cy="6858000"/>
            <a:chOff x="1587909" y="688258"/>
            <a:chExt cx="10112478" cy="5525729"/>
          </a:xfrm>
          <a:solidFill>
            <a:schemeClr val="accent2">
              <a:lumMod val="60000"/>
              <a:lumOff val="40000"/>
            </a:schemeClr>
          </a:solidFill>
        </p:grpSpPr>
        <p:sp>
          <p:nvSpPr>
            <p:cNvPr id="17" name="Rectangle 16">
              <a:extLst>
                <a:ext uri="{FF2B5EF4-FFF2-40B4-BE49-F238E27FC236}">
                  <a16:creationId xmlns:a16="http://schemas.microsoft.com/office/drawing/2014/main" id="{62FCD399-875D-64A5-436F-E09F1A6E4356}"/>
                </a:ext>
              </a:extLst>
            </p:cNvPr>
            <p:cNvSpPr/>
            <p:nvPr/>
          </p:nvSpPr>
          <p:spPr>
            <a:xfrm>
              <a:off x="2684206" y="688258"/>
              <a:ext cx="9016181" cy="5525729"/>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1EAAA833-0B9C-1D5B-BD78-A9A21EF629D3}"/>
                </a:ext>
              </a:extLst>
            </p:cNvPr>
            <p:cNvSpPr/>
            <p:nvPr/>
          </p:nvSpPr>
          <p:spPr>
            <a:xfrm>
              <a:off x="1587909" y="688258"/>
              <a:ext cx="2192594" cy="552572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9" name="Group 18">
            <a:extLst>
              <a:ext uri="{FF2B5EF4-FFF2-40B4-BE49-F238E27FC236}">
                <a16:creationId xmlns:a16="http://schemas.microsoft.com/office/drawing/2014/main" id="{36DC29AB-4EB0-77BC-2575-34213B9FDD59}"/>
              </a:ext>
            </a:extLst>
          </p:cNvPr>
          <p:cNvGrpSpPr/>
          <p:nvPr/>
        </p:nvGrpSpPr>
        <p:grpSpPr>
          <a:xfrm>
            <a:off x="-197053" y="0"/>
            <a:ext cx="11995354" cy="6858000"/>
            <a:chOff x="1587909" y="688258"/>
            <a:chExt cx="10112478" cy="5525729"/>
          </a:xfrm>
        </p:grpSpPr>
        <p:sp>
          <p:nvSpPr>
            <p:cNvPr id="20" name="Rectangle 19">
              <a:extLst>
                <a:ext uri="{FF2B5EF4-FFF2-40B4-BE49-F238E27FC236}">
                  <a16:creationId xmlns:a16="http://schemas.microsoft.com/office/drawing/2014/main" id="{814990CF-C8E6-328D-D912-E09898CE69A2}"/>
                </a:ext>
              </a:extLst>
            </p:cNvPr>
            <p:cNvSpPr/>
            <p:nvPr/>
          </p:nvSpPr>
          <p:spPr>
            <a:xfrm>
              <a:off x="2684206" y="688258"/>
              <a:ext cx="9016181" cy="552572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74B2D401-B482-1390-8EE0-0DF179DA752F}"/>
                </a:ext>
              </a:extLst>
            </p:cNvPr>
            <p:cNvSpPr/>
            <p:nvPr/>
          </p:nvSpPr>
          <p:spPr>
            <a:xfrm>
              <a:off x="1587909" y="688258"/>
              <a:ext cx="2192594" cy="5525729"/>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2" name="Group 21">
            <a:extLst>
              <a:ext uri="{FF2B5EF4-FFF2-40B4-BE49-F238E27FC236}">
                <a16:creationId xmlns:a16="http://schemas.microsoft.com/office/drawing/2014/main" id="{B10D599C-5B72-31EF-44B6-B3929ECAF054}"/>
              </a:ext>
            </a:extLst>
          </p:cNvPr>
          <p:cNvGrpSpPr/>
          <p:nvPr/>
        </p:nvGrpSpPr>
        <p:grpSpPr>
          <a:xfrm>
            <a:off x="47593" y="0"/>
            <a:ext cx="11995354" cy="6858000"/>
            <a:chOff x="1587909" y="688258"/>
            <a:chExt cx="10112478" cy="5525729"/>
          </a:xfrm>
        </p:grpSpPr>
        <p:sp>
          <p:nvSpPr>
            <p:cNvPr id="23" name="Rectangle 22">
              <a:extLst>
                <a:ext uri="{FF2B5EF4-FFF2-40B4-BE49-F238E27FC236}">
                  <a16:creationId xmlns:a16="http://schemas.microsoft.com/office/drawing/2014/main" id="{07E41BC9-95D2-2F03-6CF3-6BDE0180128C}"/>
                </a:ext>
              </a:extLst>
            </p:cNvPr>
            <p:cNvSpPr/>
            <p:nvPr/>
          </p:nvSpPr>
          <p:spPr>
            <a:xfrm>
              <a:off x="2684206" y="688258"/>
              <a:ext cx="9016181" cy="552572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55B891DD-FED8-DC60-490D-4E341E909406}"/>
                </a:ext>
              </a:extLst>
            </p:cNvPr>
            <p:cNvSpPr/>
            <p:nvPr/>
          </p:nvSpPr>
          <p:spPr>
            <a:xfrm>
              <a:off x="1587909" y="688258"/>
              <a:ext cx="2192594" cy="5525729"/>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5" name="Group 24">
            <a:extLst>
              <a:ext uri="{FF2B5EF4-FFF2-40B4-BE49-F238E27FC236}">
                <a16:creationId xmlns:a16="http://schemas.microsoft.com/office/drawing/2014/main" id="{D1CF5361-3F27-3B0C-6B80-673A6600F72E}"/>
              </a:ext>
            </a:extLst>
          </p:cNvPr>
          <p:cNvGrpSpPr/>
          <p:nvPr/>
        </p:nvGrpSpPr>
        <p:grpSpPr>
          <a:xfrm>
            <a:off x="271798" y="0"/>
            <a:ext cx="12176713" cy="6858000"/>
            <a:chOff x="1435017" y="688258"/>
            <a:chExt cx="10265370" cy="5525729"/>
          </a:xfrm>
        </p:grpSpPr>
        <p:sp>
          <p:nvSpPr>
            <p:cNvPr id="26" name="Rectangle 25">
              <a:extLst>
                <a:ext uri="{FF2B5EF4-FFF2-40B4-BE49-F238E27FC236}">
                  <a16:creationId xmlns:a16="http://schemas.microsoft.com/office/drawing/2014/main" id="{3807A3E6-FAB2-62B0-01F9-DEF8B03871F0}"/>
                </a:ext>
              </a:extLst>
            </p:cNvPr>
            <p:cNvSpPr/>
            <p:nvPr/>
          </p:nvSpPr>
          <p:spPr>
            <a:xfrm>
              <a:off x="2684206" y="688258"/>
              <a:ext cx="9016181" cy="5525729"/>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CB785BF1-E93C-5988-60BA-7243D8BC4056}"/>
                </a:ext>
              </a:extLst>
            </p:cNvPr>
            <p:cNvSpPr/>
            <p:nvPr/>
          </p:nvSpPr>
          <p:spPr>
            <a:xfrm>
              <a:off x="1435017" y="688258"/>
              <a:ext cx="2192594" cy="5525729"/>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28" name="Group 27">
            <a:extLst>
              <a:ext uri="{FF2B5EF4-FFF2-40B4-BE49-F238E27FC236}">
                <a16:creationId xmlns:a16="http://schemas.microsoft.com/office/drawing/2014/main" id="{E4A406FF-E825-829D-EF8F-C9A0E32A5DBE}"/>
              </a:ext>
            </a:extLst>
          </p:cNvPr>
          <p:cNvGrpSpPr/>
          <p:nvPr/>
        </p:nvGrpSpPr>
        <p:grpSpPr>
          <a:xfrm>
            <a:off x="543837" y="0"/>
            <a:ext cx="11995354" cy="6858000"/>
            <a:chOff x="1587909" y="688258"/>
            <a:chExt cx="10112478" cy="5525729"/>
          </a:xfrm>
        </p:grpSpPr>
        <p:sp>
          <p:nvSpPr>
            <p:cNvPr id="29" name="Rectangle 28">
              <a:extLst>
                <a:ext uri="{FF2B5EF4-FFF2-40B4-BE49-F238E27FC236}">
                  <a16:creationId xmlns:a16="http://schemas.microsoft.com/office/drawing/2014/main" id="{CA87864D-E73C-A661-2816-B078EACA8E2E}"/>
                </a:ext>
              </a:extLst>
            </p:cNvPr>
            <p:cNvSpPr/>
            <p:nvPr/>
          </p:nvSpPr>
          <p:spPr>
            <a:xfrm>
              <a:off x="2684206" y="688258"/>
              <a:ext cx="9016181" cy="552572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61E921FF-0CE5-2EA4-C8A9-AB96469C742D}"/>
                </a:ext>
              </a:extLst>
            </p:cNvPr>
            <p:cNvSpPr/>
            <p:nvPr/>
          </p:nvSpPr>
          <p:spPr>
            <a:xfrm>
              <a:off x="1587909" y="688258"/>
              <a:ext cx="2192594" cy="5525729"/>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31" name="Group 30">
            <a:extLst>
              <a:ext uri="{FF2B5EF4-FFF2-40B4-BE49-F238E27FC236}">
                <a16:creationId xmlns:a16="http://schemas.microsoft.com/office/drawing/2014/main" id="{C9CEFA63-7089-35A9-5AB9-65EF52B393B6}"/>
              </a:ext>
            </a:extLst>
          </p:cNvPr>
          <p:cNvGrpSpPr/>
          <p:nvPr/>
        </p:nvGrpSpPr>
        <p:grpSpPr>
          <a:xfrm>
            <a:off x="838404" y="0"/>
            <a:ext cx="11995354" cy="6858000"/>
            <a:chOff x="1587909" y="688258"/>
            <a:chExt cx="10112478" cy="5525729"/>
          </a:xfrm>
          <a:solidFill>
            <a:srgbClr val="002060"/>
          </a:solidFill>
        </p:grpSpPr>
        <p:sp>
          <p:nvSpPr>
            <p:cNvPr id="32" name="Rectangle 31">
              <a:extLst>
                <a:ext uri="{FF2B5EF4-FFF2-40B4-BE49-F238E27FC236}">
                  <a16:creationId xmlns:a16="http://schemas.microsoft.com/office/drawing/2014/main" id="{C03E8C04-09E2-B9B0-65C5-982E98DF45E4}"/>
                </a:ext>
              </a:extLst>
            </p:cNvPr>
            <p:cNvSpPr/>
            <p:nvPr/>
          </p:nvSpPr>
          <p:spPr>
            <a:xfrm>
              <a:off x="2684206" y="688258"/>
              <a:ext cx="9016181" cy="5525729"/>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4F703401-D72B-3859-7C7B-0FBA8EF19EFF}"/>
                </a:ext>
              </a:extLst>
            </p:cNvPr>
            <p:cNvSpPr/>
            <p:nvPr/>
          </p:nvSpPr>
          <p:spPr>
            <a:xfrm>
              <a:off x="1587909" y="688258"/>
              <a:ext cx="2192594" cy="5525729"/>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 name="Rectangle: Rounded Corners 2">
            <a:extLst>
              <a:ext uri="{FF2B5EF4-FFF2-40B4-BE49-F238E27FC236}">
                <a16:creationId xmlns:a16="http://schemas.microsoft.com/office/drawing/2014/main" id="{9EFD5F52-D955-3CDC-7333-40E1301DADE8}"/>
              </a:ext>
            </a:extLst>
          </p:cNvPr>
          <p:cNvSpPr/>
          <p:nvPr/>
        </p:nvSpPr>
        <p:spPr>
          <a:xfrm>
            <a:off x="1714604" y="153237"/>
            <a:ext cx="10733907" cy="6551525"/>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44D67D5A-8607-D1EF-607D-F78CF73F1B3A}"/>
              </a:ext>
            </a:extLst>
          </p:cNvPr>
          <p:cNvSpPr txBox="1"/>
          <p:nvPr/>
        </p:nvSpPr>
        <p:spPr>
          <a:xfrm>
            <a:off x="4802709" y="550607"/>
            <a:ext cx="7443020"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EXPECTED OUTCOME</a:t>
            </a:r>
          </a:p>
        </p:txBody>
      </p:sp>
      <p:sp>
        <p:nvSpPr>
          <p:cNvPr id="5" name="TextBox 4">
            <a:extLst>
              <a:ext uri="{FF2B5EF4-FFF2-40B4-BE49-F238E27FC236}">
                <a16:creationId xmlns:a16="http://schemas.microsoft.com/office/drawing/2014/main" id="{8DDF12B0-3E02-90B9-C446-2AEFBEE1F4F2}"/>
              </a:ext>
            </a:extLst>
          </p:cNvPr>
          <p:cNvSpPr txBox="1"/>
          <p:nvPr/>
        </p:nvSpPr>
        <p:spPr>
          <a:xfrm>
            <a:off x="2920472" y="1700980"/>
            <a:ext cx="7343078" cy="3970318"/>
          </a:xfrm>
          <a:prstGeom prst="rect">
            <a:avLst/>
          </a:prstGeom>
          <a:noFill/>
        </p:spPr>
        <p:txBody>
          <a:bodyPr wrap="square" rtlCol="0">
            <a:spAutoFit/>
          </a:bodyPr>
          <a:lstStyle/>
          <a:p>
            <a:pPr marL="457200" lvl="0"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Centralized placement management system. </a:t>
            </a:r>
          </a:p>
          <a:p>
            <a:pPr marL="457200" lvl="0"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Faster management of student and company data. </a:t>
            </a:r>
          </a:p>
          <a:p>
            <a:pPr marL="457200" lvl="0"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Easy eligibility verification. </a:t>
            </a:r>
          </a:p>
          <a:p>
            <a:pPr marL="457200" lvl="0"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Quick search and sorting of placement records. </a:t>
            </a:r>
          </a:p>
          <a:p>
            <a:pPr marL="457200" lvl="0"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Better matching between students and companies. </a:t>
            </a:r>
          </a:p>
          <a:p>
            <a:pPr marL="457200" lvl="0"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Improved efficiency and reduced manual work for the placement cell.</a:t>
            </a:r>
          </a:p>
        </p:txBody>
      </p:sp>
    </p:spTree>
    <p:extLst>
      <p:ext uri="{BB962C8B-B14F-4D97-AF65-F5344CB8AC3E}">
        <p14:creationId xmlns:p14="http://schemas.microsoft.com/office/powerpoint/2010/main" val="118251331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326</Words>
  <Application>Microsoft Office PowerPoint</Application>
  <PresentationFormat>Widescreen</PresentationFormat>
  <Paragraphs>60</Paragraphs>
  <Slides>7</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sindhu somisetty</dc:creator>
  <cp:lastModifiedBy>sindhu somisetty</cp:lastModifiedBy>
  <cp:revision>1</cp:revision>
  <dcterms:created xsi:type="dcterms:W3CDTF">2026-08-02T15:07:28Z</dcterms:created>
  <dcterms:modified xsi:type="dcterms:W3CDTF">2026-08-02T15:16:22Z</dcterms:modified>
</cp:coreProperties>
</file>